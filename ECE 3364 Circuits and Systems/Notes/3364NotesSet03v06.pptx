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33"/>
  </p:notesMasterIdLst>
  <p:sldIdLst>
    <p:sldId id="353" r:id="rId2"/>
    <p:sldId id="848" r:id="rId3"/>
    <p:sldId id="889" r:id="rId4"/>
    <p:sldId id="407" r:id="rId5"/>
    <p:sldId id="408" r:id="rId6"/>
    <p:sldId id="409" r:id="rId7"/>
    <p:sldId id="410" r:id="rId8"/>
    <p:sldId id="411" r:id="rId9"/>
    <p:sldId id="412" r:id="rId10"/>
    <p:sldId id="413" r:id="rId11"/>
    <p:sldId id="414" r:id="rId12"/>
    <p:sldId id="415" r:id="rId13"/>
    <p:sldId id="416" r:id="rId14"/>
    <p:sldId id="417" r:id="rId15"/>
    <p:sldId id="418" r:id="rId16"/>
    <p:sldId id="850" r:id="rId17"/>
    <p:sldId id="851" r:id="rId18"/>
    <p:sldId id="876" r:id="rId19"/>
    <p:sldId id="877" r:id="rId20"/>
    <p:sldId id="890" r:id="rId21"/>
    <p:sldId id="891" r:id="rId22"/>
    <p:sldId id="878" r:id="rId23"/>
    <p:sldId id="879" r:id="rId24"/>
    <p:sldId id="892" r:id="rId25"/>
    <p:sldId id="893" r:id="rId26"/>
    <p:sldId id="894" r:id="rId27"/>
    <p:sldId id="898" r:id="rId28"/>
    <p:sldId id="895" r:id="rId29"/>
    <p:sldId id="896" r:id="rId30"/>
    <p:sldId id="897" r:id="rId31"/>
    <p:sldId id="899" r:id="rId32"/>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3366FF"/>
    <a:srgbClr val="FFFF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94" autoAdjust="0"/>
  </p:normalViewPr>
  <p:slideViewPr>
    <p:cSldViewPr>
      <p:cViewPr varScale="1">
        <p:scale>
          <a:sx n="97" d="100"/>
          <a:sy n="97" d="100"/>
        </p:scale>
        <p:origin x="159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ttuck, David P" userId="15e4404a-eba0-4df0-87b7-d9f0b9b10528" providerId="ADAL" clId="{CBE3C46B-DE9C-443C-9CF5-5AB769A16787}"/>
    <pc:docChg chg="addSld delSld modSld">
      <pc:chgData name="Shattuck, David P" userId="15e4404a-eba0-4df0-87b7-d9f0b9b10528" providerId="ADAL" clId="{CBE3C46B-DE9C-443C-9CF5-5AB769A16787}" dt="2025-10-21T16:26:52.571" v="541" actId="20577"/>
      <pc:docMkLst>
        <pc:docMk/>
      </pc:docMkLst>
      <pc:sldChg chg="modSp mod">
        <pc:chgData name="Shattuck, David P" userId="15e4404a-eba0-4df0-87b7-d9f0b9b10528" providerId="ADAL" clId="{CBE3C46B-DE9C-443C-9CF5-5AB769A16787}" dt="2025-10-21T16:23:30.602" v="535" actId="20577"/>
        <pc:sldMkLst>
          <pc:docMk/>
          <pc:sldMk cId="0" sldId="353"/>
        </pc:sldMkLst>
        <pc:spChg chg="mod">
          <ac:chgData name="Shattuck, David P" userId="15e4404a-eba0-4df0-87b7-d9f0b9b10528" providerId="ADAL" clId="{CBE3C46B-DE9C-443C-9CF5-5AB769A16787}" dt="2025-10-21T16:23:30.602" v="535" actId="20577"/>
          <ac:spMkLst>
            <pc:docMk/>
            <pc:sldMk cId="0" sldId="353"/>
            <ac:spMk id="217092" creationId="{1DE9E421-FDBE-4525-94BE-96808A097FC4}"/>
          </ac:spMkLst>
        </pc:spChg>
      </pc:sldChg>
      <pc:sldChg chg="modSp mod">
        <pc:chgData name="Shattuck, David P" userId="15e4404a-eba0-4df0-87b7-d9f0b9b10528" providerId="ADAL" clId="{CBE3C46B-DE9C-443C-9CF5-5AB769A16787}" dt="2025-10-21T15:42:06.828" v="73" actId="20577"/>
        <pc:sldMkLst>
          <pc:docMk/>
          <pc:sldMk cId="0" sldId="848"/>
        </pc:sldMkLst>
        <pc:spChg chg="mod">
          <ac:chgData name="Shattuck, David P" userId="15e4404a-eba0-4df0-87b7-d9f0b9b10528" providerId="ADAL" clId="{CBE3C46B-DE9C-443C-9CF5-5AB769A16787}" dt="2025-10-21T15:41:35.843" v="21" actId="113"/>
          <ac:spMkLst>
            <pc:docMk/>
            <pc:sldMk cId="0" sldId="848"/>
            <ac:spMk id="1212418" creationId="{F6475575-F147-4BC1-989D-08E4EBEFC7E6}"/>
          </ac:spMkLst>
        </pc:spChg>
        <pc:spChg chg="mod">
          <ac:chgData name="Shattuck, David P" userId="15e4404a-eba0-4df0-87b7-d9f0b9b10528" providerId="ADAL" clId="{CBE3C46B-DE9C-443C-9CF5-5AB769A16787}" dt="2025-10-21T15:42:06.828" v="73" actId="20577"/>
          <ac:spMkLst>
            <pc:docMk/>
            <pc:sldMk cId="0" sldId="848"/>
            <ac:spMk id="1212419" creationId="{EDA4D3D9-60D2-46BF-A92E-B606F1B21F45}"/>
          </ac:spMkLst>
        </pc:spChg>
      </pc:sldChg>
      <pc:sldChg chg="modSp mod">
        <pc:chgData name="Shattuck, David P" userId="15e4404a-eba0-4df0-87b7-d9f0b9b10528" providerId="ADAL" clId="{CBE3C46B-DE9C-443C-9CF5-5AB769A16787}" dt="2025-10-21T15:43:18.844" v="130" actId="14100"/>
        <pc:sldMkLst>
          <pc:docMk/>
          <pc:sldMk cId="0" sldId="850"/>
        </pc:sldMkLst>
        <pc:spChg chg="mod">
          <ac:chgData name="Shattuck, David P" userId="15e4404a-eba0-4df0-87b7-d9f0b9b10528" providerId="ADAL" clId="{CBE3C46B-DE9C-443C-9CF5-5AB769A16787}" dt="2025-10-21T15:43:18.844" v="130" actId="14100"/>
          <ac:spMkLst>
            <pc:docMk/>
            <pc:sldMk cId="0" sldId="850"/>
            <ac:spMk id="1216515" creationId="{0D9BCECA-DDAD-4F4C-9589-B992D505763B}"/>
          </ac:spMkLst>
        </pc:spChg>
      </pc:sldChg>
      <pc:sldChg chg="del">
        <pc:chgData name="Shattuck, David P" userId="15e4404a-eba0-4df0-87b7-d9f0b9b10528" providerId="ADAL" clId="{CBE3C46B-DE9C-443C-9CF5-5AB769A16787}" dt="2025-10-21T15:44:53.437" v="131" actId="47"/>
        <pc:sldMkLst>
          <pc:docMk/>
          <pc:sldMk cId="0" sldId="880"/>
        </pc:sldMkLst>
      </pc:sldChg>
      <pc:sldChg chg="del">
        <pc:chgData name="Shattuck, David P" userId="15e4404a-eba0-4df0-87b7-d9f0b9b10528" providerId="ADAL" clId="{CBE3C46B-DE9C-443C-9CF5-5AB769A16787}" dt="2025-10-21T15:44:53.437" v="131" actId="47"/>
        <pc:sldMkLst>
          <pc:docMk/>
          <pc:sldMk cId="0" sldId="881"/>
        </pc:sldMkLst>
      </pc:sldChg>
      <pc:sldChg chg="del">
        <pc:chgData name="Shattuck, David P" userId="15e4404a-eba0-4df0-87b7-d9f0b9b10528" providerId="ADAL" clId="{CBE3C46B-DE9C-443C-9CF5-5AB769A16787}" dt="2025-10-21T15:44:53.437" v="131" actId="47"/>
        <pc:sldMkLst>
          <pc:docMk/>
          <pc:sldMk cId="0" sldId="882"/>
        </pc:sldMkLst>
      </pc:sldChg>
      <pc:sldChg chg="del">
        <pc:chgData name="Shattuck, David P" userId="15e4404a-eba0-4df0-87b7-d9f0b9b10528" providerId="ADAL" clId="{CBE3C46B-DE9C-443C-9CF5-5AB769A16787}" dt="2025-10-21T15:44:53.437" v="131" actId="47"/>
        <pc:sldMkLst>
          <pc:docMk/>
          <pc:sldMk cId="0" sldId="883"/>
        </pc:sldMkLst>
      </pc:sldChg>
      <pc:sldChg chg="del">
        <pc:chgData name="Shattuck, David P" userId="15e4404a-eba0-4df0-87b7-d9f0b9b10528" providerId="ADAL" clId="{CBE3C46B-DE9C-443C-9CF5-5AB769A16787}" dt="2025-10-21T15:44:53.437" v="131" actId="47"/>
        <pc:sldMkLst>
          <pc:docMk/>
          <pc:sldMk cId="0" sldId="884"/>
        </pc:sldMkLst>
      </pc:sldChg>
      <pc:sldChg chg="del">
        <pc:chgData name="Shattuck, David P" userId="15e4404a-eba0-4df0-87b7-d9f0b9b10528" providerId="ADAL" clId="{CBE3C46B-DE9C-443C-9CF5-5AB769A16787}" dt="2025-10-21T15:44:53.437" v="131" actId="47"/>
        <pc:sldMkLst>
          <pc:docMk/>
          <pc:sldMk cId="0" sldId="885"/>
        </pc:sldMkLst>
      </pc:sldChg>
      <pc:sldChg chg="del">
        <pc:chgData name="Shattuck, David P" userId="15e4404a-eba0-4df0-87b7-d9f0b9b10528" providerId="ADAL" clId="{CBE3C46B-DE9C-443C-9CF5-5AB769A16787}" dt="2025-10-21T15:44:53.437" v="131" actId="47"/>
        <pc:sldMkLst>
          <pc:docMk/>
          <pc:sldMk cId="0" sldId="886"/>
        </pc:sldMkLst>
      </pc:sldChg>
      <pc:sldChg chg="del">
        <pc:chgData name="Shattuck, David P" userId="15e4404a-eba0-4df0-87b7-d9f0b9b10528" providerId="ADAL" clId="{CBE3C46B-DE9C-443C-9CF5-5AB769A16787}" dt="2025-10-21T15:44:53.437" v="131" actId="47"/>
        <pc:sldMkLst>
          <pc:docMk/>
          <pc:sldMk cId="0" sldId="887"/>
        </pc:sldMkLst>
      </pc:sldChg>
      <pc:sldChg chg="del">
        <pc:chgData name="Shattuck, David P" userId="15e4404a-eba0-4df0-87b7-d9f0b9b10528" providerId="ADAL" clId="{CBE3C46B-DE9C-443C-9CF5-5AB769A16787}" dt="2025-10-21T15:44:53.437" v="131" actId="47"/>
        <pc:sldMkLst>
          <pc:docMk/>
          <pc:sldMk cId="0" sldId="888"/>
        </pc:sldMkLst>
      </pc:sldChg>
      <pc:sldChg chg="modSp mod">
        <pc:chgData name="Shattuck, David P" userId="15e4404a-eba0-4df0-87b7-d9f0b9b10528" providerId="ADAL" clId="{CBE3C46B-DE9C-443C-9CF5-5AB769A16787}" dt="2025-10-21T16:26:40.606" v="538" actId="20577"/>
        <pc:sldMkLst>
          <pc:docMk/>
          <pc:sldMk cId="3257199783" sldId="893"/>
        </pc:sldMkLst>
        <pc:spChg chg="mod">
          <ac:chgData name="Shattuck, David P" userId="15e4404a-eba0-4df0-87b7-d9f0b9b10528" providerId="ADAL" clId="{CBE3C46B-DE9C-443C-9CF5-5AB769A16787}" dt="2025-10-21T16:26:40.606" v="538" actId="20577"/>
          <ac:spMkLst>
            <pc:docMk/>
            <pc:sldMk cId="3257199783" sldId="893"/>
            <ac:spMk id="7" creationId="{D0872A68-7788-49A0-8EA2-581DD4D488D8}"/>
          </ac:spMkLst>
        </pc:spChg>
      </pc:sldChg>
      <pc:sldChg chg="modSp mod">
        <pc:chgData name="Shattuck, David P" userId="15e4404a-eba0-4df0-87b7-d9f0b9b10528" providerId="ADAL" clId="{CBE3C46B-DE9C-443C-9CF5-5AB769A16787}" dt="2025-10-21T16:26:52.571" v="541" actId="20577"/>
        <pc:sldMkLst>
          <pc:docMk/>
          <pc:sldMk cId="2150227257" sldId="894"/>
        </pc:sldMkLst>
        <pc:spChg chg="mod">
          <ac:chgData name="Shattuck, David P" userId="15e4404a-eba0-4df0-87b7-d9f0b9b10528" providerId="ADAL" clId="{CBE3C46B-DE9C-443C-9CF5-5AB769A16787}" dt="2025-10-21T16:26:52.571" v="541" actId="20577"/>
          <ac:spMkLst>
            <pc:docMk/>
            <pc:sldMk cId="2150227257" sldId="894"/>
            <ac:spMk id="2" creationId="{44AE78ED-B04F-24CF-84F2-79353264D387}"/>
          </ac:spMkLst>
        </pc:spChg>
      </pc:sldChg>
      <pc:sldChg chg="delSp modSp mod">
        <pc:chgData name="Shattuck, David P" userId="15e4404a-eba0-4df0-87b7-d9f0b9b10528" providerId="ADAL" clId="{CBE3C46B-DE9C-443C-9CF5-5AB769A16787}" dt="2025-10-21T16:19:33.650" v="534" actId="14100"/>
        <pc:sldMkLst>
          <pc:docMk/>
          <pc:sldMk cId="3883187614" sldId="897"/>
        </pc:sldMkLst>
        <pc:spChg chg="del mod">
          <ac:chgData name="Shattuck, David P" userId="15e4404a-eba0-4df0-87b7-d9f0b9b10528" providerId="ADAL" clId="{CBE3C46B-DE9C-443C-9CF5-5AB769A16787}" dt="2025-10-21T16:19:00.041" v="529" actId="478"/>
          <ac:spMkLst>
            <pc:docMk/>
            <pc:sldMk cId="3883187614" sldId="897"/>
            <ac:spMk id="8" creationId="{86DE10D4-82A9-428B-AEEA-F7F540FA13E1}"/>
          </ac:spMkLst>
        </pc:spChg>
        <pc:graphicFrameChg chg="mod">
          <ac:chgData name="Shattuck, David P" userId="15e4404a-eba0-4df0-87b7-d9f0b9b10528" providerId="ADAL" clId="{CBE3C46B-DE9C-443C-9CF5-5AB769A16787}" dt="2025-10-21T16:19:33.650" v="534" actId="14100"/>
          <ac:graphicFrameMkLst>
            <pc:docMk/>
            <pc:sldMk cId="3883187614" sldId="897"/>
            <ac:graphicFrameMk id="47" creationId="{1D6E7378-BD37-421D-922E-07BA09F1E1E6}"/>
          </ac:graphicFrameMkLst>
        </pc:graphicFrameChg>
        <pc:picChg chg="mod">
          <ac:chgData name="Shattuck, David P" userId="15e4404a-eba0-4df0-87b7-d9f0b9b10528" providerId="ADAL" clId="{CBE3C46B-DE9C-443C-9CF5-5AB769A16787}" dt="2025-10-21T16:19:13.365" v="532" actId="1076"/>
          <ac:picMkLst>
            <pc:docMk/>
            <pc:sldMk cId="3883187614" sldId="897"/>
            <ac:picMk id="9" creationId="{460AEE3C-1F86-4089-B5A0-DA7608D57CC6}"/>
          </ac:picMkLst>
        </pc:picChg>
      </pc:sldChg>
      <pc:sldChg chg="modSp add mod">
        <pc:chgData name="Shattuck, David P" userId="15e4404a-eba0-4df0-87b7-d9f0b9b10528" providerId="ADAL" clId="{CBE3C46B-DE9C-443C-9CF5-5AB769A16787}" dt="2025-10-21T15:48:44.072" v="525" actId="14100"/>
        <pc:sldMkLst>
          <pc:docMk/>
          <pc:sldMk cId="0" sldId="899"/>
        </pc:sldMkLst>
        <pc:spChg chg="mod">
          <ac:chgData name="Shattuck, David P" userId="15e4404a-eba0-4df0-87b7-d9f0b9b10528" providerId="ADAL" clId="{CBE3C46B-DE9C-443C-9CF5-5AB769A16787}" dt="2025-10-21T15:48:44.072" v="525" actId="14100"/>
          <ac:spMkLst>
            <pc:docMk/>
            <pc:sldMk cId="0" sldId="899"/>
            <ac:spMk id="3482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C6F6764-BA7A-4B1A-BC73-A2933C9E5C0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5779" name="Rectangle 3">
            <a:extLst>
              <a:ext uri="{FF2B5EF4-FFF2-40B4-BE49-F238E27FC236}">
                <a16:creationId xmlns:a16="http://schemas.microsoft.com/office/drawing/2014/main" id="{F2DBA5B4-4C5E-418D-9357-87C5349C069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5780" name="Rectangle 4">
            <a:extLst>
              <a:ext uri="{FF2B5EF4-FFF2-40B4-BE49-F238E27FC236}">
                <a16:creationId xmlns:a16="http://schemas.microsoft.com/office/drawing/2014/main" id="{2AD2702F-B414-4A26-AFA9-5DE1BBC8CCD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a:extLst>
              <a:ext uri="{FF2B5EF4-FFF2-40B4-BE49-F238E27FC236}">
                <a16:creationId xmlns:a16="http://schemas.microsoft.com/office/drawing/2014/main" id="{EAC9C6FF-30BE-417B-B97A-38C82CE4F29F}"/>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5782" name="Rectangle 6">
            <a:extLst>
              <a:ext uri="{FF2B5EF4-FFF2-40B4-BE49-F238E27FC236}">
                <a16:creationId xmlns:a16="http://schemas.microsoft.com/office/drawing/2014/main" id="{4B3F73E2-27C4-4D12-BCDC-12E63FCBB011}"/>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5783" name="Rectangle 7">
            <a:extLst>
              <a:ext uri="{FF2B5EF4-FFF2-40B4-BE49-F238E27FC236}">
                <a16:creationId xmlns:a16="http://schemas.microsoft.com/office/drawing/2014/main" id="{1BCE5B7C-9439-4C16-98A2-7B8B8FB02BFF}"/>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0E7EE6B-827B-4C37-90D5-C903F03E668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BFB4B0-0C12-4E19-969E-DD58535F2014}"/>
              </a:ext>
            </a:extLst>
          </p:cNvPr>
          <p:cNvSpPr>
            <a:spLocks noGrp="1" noChangeArrowheads="1"/>
          </p:cNvSpPr>
          <p:nvPr>
            <p:ph type="sldNum" sz="quarter" idx="5"/>
          </p:nvPr>
        </p:nvSpPr>
        <p:spPr>
          <a:ln/>
        </p:spPr>
        <p:txBody>
          <a:bodyPr/>
          <a:lstStyle/>
          <a:p>
            <a:fld id="{5DBC011E-E4D7-4C24-9F3C-333F3122E384}" type="slidenum">
              <a:rPr lang="en-US" altLang="en-US"/>
              <a:pPr/>
              <a:t>2</a:t>
            </a:fld>
            <a:endParaRPr lang="en-US" altLang="en-US"/>
          </a:p>
        </p:txBody>
      </p:sp>
      <p:sp>
        <p:nvSpPr>
          <p:cNvPr id="1213442" name="Rectangle 2">
            <a:extLst>
              <a:ext uri="{FF2B5EF4-FFF2-40B4-BE49-F238E27FC236}">
                <a16:creationId xmlns:a16="http://schemas.microsoft.com/office/drawing/2014/main" id="{4E7D96F7-9A71-44B5-99A1-9E0B64C3309E}"/>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3443" name="Rectangle 3">
            <a:extLst>
              <a:ext uri="{FF2B5EF4-FFF2-40B4-BE49-F238E27FC236}">
                <a16:creationId xmlns:a16="http://schemas.microsoft.com/office/drawing/2014/main" id="{F0235050-FD9A-4C26-B845-A64F7736F4F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BBD21F-21AF-4E81-BE8E-C303E9D907D2}" type="slidenum">
              <a:rPr lang="en-US"/>
              <a:pPr/>
              <a:t>3</a:t>
            </a:fld>
            <a:endParaRPr lang="en-US"/>
          </a:p>
        </p:txBody>
      </p:sp>
      <p:sp>
        <p:nvSpPr>
          <p:cNvPr id="11120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20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838466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2FB60389-CADF-4FB9-8507-8D94E1531152}"/>
              </a:ext>
            </a:extLst>
          </p:cNvPr>
          <p:cNvSpPr>
            <a:spLocks noGrp="1" noChangeArrowheads="1"/>
          </p:cNvSpPr>
          <p:nvPr>
            <p:ph type="sldNum" sz="quarter" idx="5"/>
          </p:nvPr>
        </p:nvSpPr>
        <p:spPr>
          <a:ln/>
        </p:spPr>
        <p:txBody>
          <a:bodyPr/>
          <a:lstStyle/>
          <a:p>
            <a:fld id="{2CA6B103-57C7-4B6C-9F7A-6E3020A9807C}" type="slidenum">
              <a:rPr lang="en-US" altLang="en-US"/>
              <a:pPr/>
              <a:t>4</a:t>
            </a:fld>
            <a:endParaRPr lang="en-US" altLang="en-US"/>
          </a:p>
        </p:txBody>
      </p:sp>
      <p:sp>
        <p:nvSpPr>
          <p:cNvPr id="444418" name="Rectangle 2">
            <a:extLst>
              <a:ext uri="{FF2B5EF4-FFF2-40B4-BE49-F238E27FC236}">
                <a16:creationId xmlns:a16="http://schemas.microsoft.com/office/drawing/2014/main" id="{9006D585-EF1B-41D5-9A92-64FEE8A26D79}"/>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4419" name="Rectangle 3">
            <a:extLst>
              <a:ext uri="{FF2B5EF4-FFF2-40B4-BE49-F238E27FC236}">
                <a16:creationId xmlns:a16="http://schemas.microsoft.com/office/drawing/2014/main" id="{D1992A86-7441-49B4-AC4D-14C71379C44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41504A8A-F885-4CBE-822A-B548C9A918DD}"/>
              </a:ext>
            </a:extLst>
          </p:cNvPr>
          <p:cNvSpPr>
            <a:spLocks noGrp="1" noChangeArrowheads="1"/>
          </p:cNvSpPr>
          <p:nvPr>
            <p:ph type="sldNum" sz="quarter" idx="5"/>
          </p:nvPr>
        </p:nvSpPr>
        <p:spPr>
          <a:ln/>
        </p:spPr>
        <p:txBody>
          <a:bodyPr/>
          <a:lstStyle/>
          <a:p>
            <a:fld id="{421CB177-9D4B-4C9C-B226-82815FD0F39F}" type="slidenum">
              <a:rPr lang="en-US" altLang="en-US"/>
              <a:pPr/>
              <a:t>5</a:t>
            </a:fld>
            <a:endParaRPr lang="en-US" altLang="en-US"/>
          </a:p>
        </p:txBody>
      </p:sp>
      <p:sp>
        <p:nvSpPr>
          <p:cNvPr id="446466" name="Rectangle 2">
            <a:extLst>
              <a:ext uri="{FF2B5EF4-FFF2-40B4-BE49-F238E27FC236}">
                <a16:creationId xmlns:a16="http://schemas.microsoft.com/office/drawing/2014/main" id="{50A00DE9-2CB9-4350-AA8B-639758AAECAD}"/>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6467" name="Rectangle 3">
            <a:extLst>
              <a:ext uri="{FF2B5EF4-FFF2-40B4-BE49-F238E27FC236}">
                <a16:creationId xmlns:a16="http://schemas.microsoft.com/office/drawing/2014/main" id="{0623F811-718B-4B1E-B79C-29E5849DBD18}"/>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F83FAF97-FD32-429C-B120-37A6087ADC3D}"/>
              </a:ext>
            </a:extLst>
          </p:cNvPr>
          <p:cNvSpPr>
            <a:spLocks noGrp="1" noChangeArrowheads="1"/>
          </p:cNvSpPr>
          <p:nvPr>
            <p:ph type="sldNum" sz="quarter" idx="5"/>
          </p:nvPr>
        </p:nvSpPr>
        <p:spPr>
          <a:ln/>
        </p:spPr>
        <p:txBody>
          <a:bodyPr/>
          <a:lstStyle/>
          <a:p>
            <a:fld id="{FB64EC82-CB71-473B-ADBF-E66C48918C32}" type="slidenum">
              <a:rPr lang="en-US" altLang="en-US"/>
              <a:pPr/>
              <a:t>6</a:t>
            </a:fld>
            <a:endParaRPr lang="en-US" altLang="en-US"/>
          </a:p>
        </p:txBody>
      </p:sp>
      <p:sp>
        <p:nvSpPr>
          <p:cNvPr id="448514" name="Rectangle 2">
            <a:extLst>
              <a:ext uri="{FF2B5EF4-FFF2-40B4-BE49-F238E27FC236}">
                <a16:creationId xmlns:a16="http://schemas.microsoft.com/office/drawing/2014/main" id="{2534ADD6-C73C-435A-9ABE-3D5E77F0DBD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8515" name="Rectangle 3">
            <a:extLst>
              <a:ext uri="{FF2B5EF4-FFF2-40B4-BE49-F238E27FC236}">
                <a16:creationId xmlns:a16="http://schemas.microsoft.com/office/drawing/2014/main" id="{A5AE1FE9-556E-4D52-A8D0-FA25699CF42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77CA2D4E-9021-4189-95AE-9C3F3A38FA39}"/>
              </a:ext>
            </a:extLst>
          </p:cNvPr>
          <p:cNvSpPr>
            <a:spLocks noGrp="1" noChangeArrowheads="1"/>
          </p:cNvSpPr>
          <p:nvPr>
            <p:ph type="sldNum" sz="quarter" idx="5"/>
          </p:nvPr>
        </p:nvSpPr>
        <p:spPr>
          <a:ln/>
        </p:spPr>
        <p:txBody>
          <a:bodyPr/>
          <a:lstStyle/>
          <a:p>
            <a:fld id="{75CC656E-6187-402C-A9E5-CED10B4C756B}" type="slidenum">
              <a:rPr lang="en-US" altLang="en-US"/>
              <a:pPr/>
              <a:t>7</a:t>
            </a:fld>
            <a:endParaRPr lang="en-US" altLang="en-US"/>
          </a:p>
        </p:txBody>
      </p:sp>
      <p:sp>
        <p:nvSpPr>
          <p:cNvPr id="450562" name="Rectangle 2">
            <a:extLst>
              <a:ext uri="{FF2B5EF4-FFF2-40B4-BE49-F238E27FC236}">
                <a16:creationId xmlns:a16="http://schemas.microsoft.com/office/drawing/2014/main" id="{C09AB497-54F4-462E-95EF-185F68D73714}"/>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0563" name="Rectangle 3">
            <a:extLst>
              <a:ext uri="{FF2B5EF4-FFF2-40B4-BE49-F238E27FC236}">
                <a16:creationId xmlns:a16="http://schemas.microsoft.com/office/drawing/2014/main" id="{DA6A20BE-F8C9-4AF3-BA06-5656FFA007C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068EC78B-2553-401D-B4D6-8BE2CE1848D1}"/>
              </a:ext>
            </a:extLst>
          </p:cNvPr>
          <p:cNvSpPr>
            <a:spLocks noGrp="1" noChangeArrowheads="1"/>
          </p:cNvSpPr>
          <p:nvPr>
            <p:ph type="sldNum" sz="quarter" idx="5"/>
          </p:nvPr>
        </p:nvSpPr>
        <p:spPr>
          <a:ln/>
        </p:spPr>
        <p:txBody>
          <a:bodyPr/>
          <a:lstStyle/>
          <a:p>
            <a:fld id="{D12687F5-25E9-4B87-BF4D-132F62298BFC}" type="slidenum">
              <a:rPr lang="en-US" altLang="en-US"/>
              <a:pPr/>
              <a:t>8</a:t>
            </a:fld>
            <a:endParaRPr lang="en-US" altLang="en-US"/>
          </a:p>
        </p:txBody>
      </p:sp>
      <p:sp>
        <p:nvSpPr>
          <p:cNvPr id="452610" name="Rectangle 2">
            <a:extLst>
              <a:ext uri="{FF2B5EF4-FFF2-40B4-BE49-F238E27FC236}">
                <a16:creationId xmlns:a16="http://schemas.microsoft.com/office/drawing/2014/main" id="{99B78C11-5ADF-4712-AACE-0E5B097D9153}"/>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2611" name="Rectangle 3">
            <a:extLst>
              <a:ext uri="{FF2B5EF4-FFF2-40B4-BE49-F238E27FC236}">
                <a16:creationId xmlns:a16="http://schemas.microsoft.com/office/drawing/2014/main" id="{E607F96C-D9F1-43A4-8710-8A84F145D3B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8EAC4FDB-0952-4420-8F6A-DE7491778559}"/>
              </a:ext>
            </a:extLst>
          </p:cNvPr>
          <p:cNvSpPr>
            <a:spLocks noGrp="1" noChangeArrowheads="1"/>
          </p:cNvSpPr>
          <p:nvPr>
            <p:ph type="sldNum" sz="quarter" idx="5"/>
          </p:nvPr>
        </p:nvSpPr>
        <p:spPr>
          <a:ln/>
        </p:spPr>
        <p:txBody>
          <a:bodyPr/>
          <a:lstStyle/>
          <a:p>
            <a:fld id="{E0CA1939-3065-4562-B456-8532F0261487}" type="slidenum">
              <a:rPr lang="en-US" altLang="en-US"/>
              <a:pPr/>
              <a:t>9</a:t>
            </a:fld>
            <a:endParaRPr lang="en-US" altLang="en-US"/>
          </a:p>
        </p:txBody>
      </p:sp>
      <p:sp>
        <p:nvSpPr>
          <p:cNvPr id="454658" name="Rectangle 2">
            <a:extLst>
              <a:ext uri="{FF2B5EF4-FFF2-40B4-BE49-F238E27FC236}">
                <a16:creationId xmlns:a16="http://schemas.microsoft.com/office/drawing/2014/main" id="{4695040E-A4E2-475C-BDFE-E2ABC1381831}"/>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4659" name="Rectangle 3">
            <a:extLst>
              <a:ext uri="{FF2B5EF4-FFF2-40B4-BE49-F238E27FC236}">
                <a16:creationId xmlns:a16="http://schemas.microsoft.com/office/drawing/2014/main" id="{20B4D05C-666B-45C8-8F8E-74567E5EA95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EF2755B8-254E-4BE9-9274-ED53F4C2AA84}"/>
              </a:ext>
            </a:extLst>
          </p:cNvPr>
          <p:cNvSpPr>
            <a:spLocks noGrp="1" noChangeArrowheads="1"/>
          </p:cNvSpPr>
          <p:nvPr>
            <p:ph type="sldNum" sz="quarter" idx="5"/>
          </p:nvPr>
        </p:nvSpPr>
        <p:spPr>
          <a:ln/>
        </p:spPr>
        <p:txBody>
          <a:bodyPr/>
          <a:lstStyle/>
          <a:p>
            <a:fld id="{5A2A1E6C-D756-4B9E-8B27-3E5A3B19B37D}" type="slidenum">
              <a:rPr lang="en-US" altLang="en-US"/>
              <a:pPr/>
              <a:t>10</a:t>
            </a:fld>
            <a:endParaRPr lang="en-US" altLang="en-US"/>
          </a:p>
        </p:txBody>
      </p:sp>
      <p:sp>
        <p:nvSpPr>
          <p:cNvPr id="456706" name="Rectangle 2">
            <a:extLst>
              <a:ext uri="{FF2B5EF4-FFF2-40B4-BE49-F238E27FC236}">
                <a16:creationId xmlns:a16="http://schemas.microsoft.com/office/drawing/2014/main" id="{4E415445-A983-4B18-A7B1-C63D2B90320E}"/>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6707" name="Rectangle 3">
            <a:extLst>
              <a:ext uri="{FF2B5EF4-FFF2-40B4-BE49-F238E27FC236}">
                <a16:creationId xmlns:a16="http://schemas.microsoft.com/office/drawing/2014/main" id="{6C54BE1D-1870-4A5B-A110-9878CC9447C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51408292-A55E-4B8F-AF8A-F3AC799EAA45}"/>
              </a:ext>
            </a:extLst>
          </p:cNvPr>
          <p:cNvSpPr>
            <a:spLocks noGrp="1" noChangeArrowheads="1"/>
          </p:cNvSpPr>
          <p:nvPr>
            <p:ph type="sldNum" sz="quarter" idx="5"/>
          </p:nvPr>
        </p:nvSpPr>
        <p:spPr>
          <a:ln/>
        </p:spPr>
        <p:txBody>
          <a:bodyPr/>
          <a:lstStyle/>
          <a:p>
            <a:fld id="{BDCE90A6-5E18-4D55-947E-5C87E6CF4864}" type="slidenum">
              <a:rPr lang="en-US" altLang="en-US"/>
              <a:pPr/>
              <a:t>11</a:t>
            </a:fld>
            <a:endParaRPr lang="en-US" altLang="en-US"/>
          </a:p>
        </p:txBody>
      </p:sp>
      <p:sp>
        <p:nvSpPr>
          <p:cNvPr id="458754" name="Rectangle 2">
            <a:extLst>
              <a:ext uri="{FF2B5EF4-FFF2-40B4-BE49-F238E27FC236}">
                <a16:creationId xmlns:a16="http://schemas.microsoft.com/office/drawing/2014/main" id="{171E7205-A104-4BD6-9F07-709C0837E58D}"/>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58755" name="Rectangle 3">
            <a:extLst>
              <a:ext uri="{FF2B5EF4-FFF2-40B4-BE49-F238E27FC236}">
                <a16:creationId xmlns:a16="http://schemas.microsoft.com/office/drawing/2014/main" id="{DE6F0001-9505-4F82-93CF-1DC57F44921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E8B8C091-BE94-46F1-A09E-7DA82E9D4E40}"/>
              </a:ext>
            </a:extLst>
          </p:cNvPr>
          <p:cNvSpPr>
            <a:spLocks noGrp="1" noChangeArrowheads="1"/>
          </p:cNvSpPr>
          <p:nvPr>
            <p:ph type="sldNum" sz="quarter" idx="5"/>
          </p:nvPr>
        </p:nvSpPr>
        <p:spPr>
          <a:ln/>
        </p:spPr>
        <p:txBody>
          <a:bodyPr/>
          <a:lstStyle/>
          <a:p>
            <a:fld id="{56ED826E-1E56-47AF-B8CA-9674A08C170D}" type="slidenum">
              <a:rPr lang="en-US" altLang="en-US"/>
              <a:pPr/>
              <a:t>12</a:t>
            </a:fld>
            <a:endParaRPr lang="en-US" altLang="en-US"/>
          </a:p>
        </p:txBody>
      </p:sp>
      <p:sp>
        <p:nvSpPr>
          <p:cNvPr id="460802" name="Rectangle 2">
            <a:extLst>
              <a:ext uri="{FF2B5EF4-FFF2-40B4-BE49-F238E27FC236}">
                <a16:creationId xmlns:a16="http://schemas.microsoft.com/office/drawing/2014/main" id="{CA583A50-255A-447D-99A4-1DB609E1C023}"/>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0803" name="Rectangle 3">
            <a:extLst>
              <a:ext uri="{FF2B5EF4-FFF2-40B4-BE49-F238E27FC236}">
                <a16:creationId xmlns:a16="http://schemas.microsoft.com/office/drawing/2014/main" id="{CE8E1765-3B2B-4AE6-9235-BE2E3E4C142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6C03C8EE-52C2-4CD7-9868-9A58B20A05CA}"/>
              </a:ext>
            </a:extLst>
          </p:cNvPr>
          <p:cNvSpPr>
            <a:spLocks noGrp="1" noChangeArrowheads="1"/>
          </p:cNvSpPr>
          <p:nvPr>
            <p:ph type="sldNum" sz="quarter" idx="5"/>
          </p:nvPr>
        </p:nvSpPr>
        <p:spPr>
          <a:ln/>
        </p:spPr>
        <p:txBody>
          <a:bodyPr/>
          <a:lstStyle/>
          <a:p>
            <a:fld id="{D27A9486-669A-4B14-8A23-56B561D07836}" type="slidenum">
              <a:rPr lang="en-US" altLang="en-US"/>
              <a:pPr/>
              <a:t>13</a:t>
            </a:fld>
            <a:endParaRPr lang="en-US" altLang="en-US"/>
          </a:p>
        </p:txBody>
      </p:sp>
      <p:sp>
        <p:nvSpPr>
          <p:cNvPr id="462850" name="Rectangle 2">
            <a:extLst>
              <a:ext uri="{FF2B5EF4-FFF2-40B4-BE49-F238E27FC236}">
                <a16:creationId xmlns:a16="http://schemas.microsoft.com/office/drawing/2014/main" id="{F930DC47-FD25-4C89-96DA-C3DCBAEFFF99}"/>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2851" name="Rectangle 3">
            <a:extLst>
              <a:ext uri="{FF2B5EF4-FFF2-40B4-BE49-F238E27FC236}">
                <a16:creationId xmlns:a16="http://schemas.microsoft.com/office/drawing/2014/main" id="{6BDF21A4-4D1C-4E2D-9FE5-A38CED41F9B8}"/>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E8CB53BC-CEC4-4683-88C7-37F7E081BB34}"/>
              </a:ext>
            </a:extLst>
          </p:cNvPr>
          <p:cNvSpPr>
            <a:spLocks noGrp="1" noChangeArrowheads="1"/>
          </p:cNvSpPr>
          <p:nvPr>
            <p:ph type="sldNum" sz="quarter" idx="5"/>
          </p:nvPr>
        </p:nvSpPr>
        <p:spPr>
          <a:ln/>
        </p:spPr>
        <p:txBody>
          <a:bodyPr/>
          <a:lstStyle/>
          <a:p>
            <a:fld id="{C74C7AD3-3475-4D3F-9F5B-84A585206523}" type="slidenum">
              <a:rPr lang="en-US" altLang="en-US"/>
              <a:pPr/>
              <a:t>14</a:t>
            </a:fld>
            <a:endParaRPr lang="en-US" altLang="en-US"/>
          </a:p>
        </p:txBody>
      </p:sp>
      <p:sp>
        <p:nvSpPr>
          <p:cNvPr id="464898" name="Rectangle 2">
            <a:extLst>
              <a:ext uri="{FF2B5EF4-FFF2-40B4-BE49-F238E27FC236}">
                <a16:creationId xmlns:a16="http://schemas.microsoft.com/office/drawing/2014/main" id="{4E78FD45-9BA7-4786-A390-4F31785D9491}"/>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4899" name="Rectangle 3">
            <a:extLst>
              <a:ext uri="{FF2B5EF4-FFF2-40B4-BE49-F238E27FC236}">
                <a16:creationId xmlns:a16="http://schemas.microsoft.com/office/drawing/2014/main" id="{F16C70EE-F2DD-4FDD-8FD0-28542F019B9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6177861B-9103-4475-A243-AD22C8DDF8C5}"/>
              </a:ext>
            </a:extLst>
          </p:cNvPr>
          <p:cNvSpPr>
            <a:spLocks noGrp="1" noChangeArrowheads="1"/>
          </p:cNvSpPr>
          <p:nvPr>
            <p:ph type="sldNum" sz="quarter" idx="5"/>
          </p:nvPr>
        </p:nvSpPr>
        <p:spPr>
          <a:ln/>
        </p:spPr>
        <p:txBody>
          <a:bodyPr/>
          <a:lstStyle/>
          <a:p>
            <a:fld id="{A87D5679-16A2-4CD2-A2EA-AD2A034C0D06}" type="slidenum">
              <a:rPr lang="en-US" altLang="en-US"/>
              <a:pPr/>
              <a:t>15</a:t>
            </a:fld>
            <a:endParaRPr lang="en-US" altLang="en-US"/>
          </a:p>
        </p:txBody>
      </p:sp>
      <p:sp>
        <p:nvSpPr>
          <p:cNvPr id="466946" name="Rectangle 2">
            <a:extLst>
              <a:ext uri="{FF2B5EF4-FFF2-40B4-BE49-F238E27FC236}">
                <a16:creationId xmlns:a16="http://schemas.microsoft.com/office/drawing/2014/main" id="{D65BB2AF-CD6D-4972-A4DC-0BA2DD582C3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66947" name="Rectangle 3">
            <a:extLst>
              <a:ext uri="{FF2B5EF4-FFF2-40B4-BE49-F238E27FC236}">
                <a16:creationId xmlns:a16="http://schemas.microsoft.com/office/drawing/2014/main" id="{638D3C2E-E7E4-45F0-A0B7-A86A4486C60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CA8441-A0DC-4379-996F-86F80DC20B59}"/>
              </a:ext>
            </a:extLst>
          </p:cNvPr>
          <p:cNvSpPr>
            <a:spLocks noGrp="1" noChangeArrowheads="1"/>
          </p:cNvSpPr>
          <p:nvPr>
            <p:ph type="sldNum" sz="quarter" idx="5"/>
          </p:nvPr>
        </p:nvSpPr>
        <p:spPr>
          <a:ln/>
        </p:spPr>
        <p:txBody>
          <a:bodyPr/>
          <a:lstStyle/>
          <a:p>
            <a:fld id="{FD5CD490-2663-45AC-9B73-108F545E6256}" type="slidenum">
              <a:rPr lang="en-US" altLang="en-US"/>
              <a:pPr/>
              <a:t>16</a:t>
            </a:fld>
            <a:endParaRPr lang="en-US" altLang="en-US"/>
          </a:p>
        </p:txBody>
      </p:sp>
      <p:sp>
        <p:nvSpPr>
          <p:cNvPr id="1217538" name="Rectangle 2">
            <a:extLst>
              <a:ext uri="{FF2B5EF4-FFF2-40B4-BE49-F238E27FC236}">
                <a16:creationId xmlns:a16="http://schemas.microsoft.com/office/drawing/2014/main" id="{2B1E2BA3-4E94-46BC-AB12-9B037574CEEB}"/>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7539" name="Rectangle 3">
            <a:extLst>
              <a:ext uri="{FF2B5EF4-FFF2-40B4-BE49-F238E27FC236}">
                <a16:creationId xmlns:a16="http://schemas.microsoft.com/office/drawing/2014/main" id="{D89F608D-AFF3-4667-A1DA-8A66451AE3C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AFE23FD-B12C-4468-81BE-723847731A4E}"/>
              </a:ext>
            </a:extLst>
          </p:cNvPr>
          <p:cNvSpPr>
            <a:spLocks noGrp="1" noChangeArrowheads="1"/>
          </p:cNvSpPr>
          <p:nvPr>
            <p:ph type="sldNum" sz="quarter" idx="5"/>
          </p:nvPr>
        </p:nvSpPr>
        <p:spPr>
          <a:ln/>
        </p:spPr>
        <p:txBody>
          <a:bodyPr/>
          <a:lstStyle/>
          <a:p>
            <a:fld id="{F0DA076F-97EA-49C6-9FEB-64E06D7CF60B}" type="slidenum">
              <a:rPr lang="en-US" altLang="en-US"/>
              <a:pPr/>
              <a:t>17</a:t>
            </a:fld>
            <a:endParaRPr lang="en-US" altLang="en-US"/>
          </a:p>
        </p:txBody>
      </p:sp>
      <p:sp>
        <p:nvSpPr>
          <p:cNvPr id="1219586" name="Rectangle 2">
            <a:extLst>
              <a:ext uri="{FF2B5EF4-FFF2-40B4-BE49-F238E27FC236}">
                <a16:creationId xmlns:a16="http://schemas.microsoft.com/office/drawing/2014/main" id="{3FF3A9C6-3961-4D70-AF26-7E2F6F3875BD}"/>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9587" name="Rectangle 3">
            <a:extLst>
              <a:ext uri="{FF2B5EF4-FFF2-40B4-BE49-F238E27FC236}">
                <a16:creationId xmlns:a16="http://schemas.microsoft.com/office/drawing/2014/main" id="{F56ED111-C2C7-4D18-9A07-77EF04A23EC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CEBB73-9EAC-496C-8314-C3093D22A2C5}"/>
              </a:ext>
            </a:extLst>
          </p:cNvPr>
          <p:cNvSpPr>
            <a:spLocks noGrp="1" noChangeArrowheads="1"/>
          </p:cNvSpPr>
          <p:nvPr>
            <p:ph type="sldNum" sz="quarter" idx="5"/>
          </p:nvPr>
        </p:nvSpPr>
        <p:spPr>
          <a:ln/>
        </p:spPr>
        <p:txBody>
          <a:bodyPr/>
          <a:lstStyle/>
          <a:p>
            <a:fld id="{9ACB94BB-8773-446B-89BD-2B560CCDF2A7}" type="slidenum">
              <a:rPr lang="en-US" altLang="en-US"/>
              <a:pPr/>
              <a:t>18</a:t>
            </a:fld>
            <a:endParaRPr lang="en-US" altLang="en-US"/>
          </a:p>
        </p:txBody>
      </p:sp>
      <p:sp>
        <p:nvSpPr>
          <p:cNvPr id="1270786" name="Rectangle 2">
            <a:extLst>
              <a:ext uri="{FF2B5EF4-FFF2-40B4-BE49-F238E27FC236}">
                <a16:creationId xmlns:a16="http://schemas.microsoft.com/office/drawing/2014/main" id="{73E71278-1B1C-411D-AC64-01B826DF0936}"/>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0787" name="Rectangle 3">
            <a:extLst>
              <a:ext uri="{FF2B5EF4-FFF2-40B4-BE49-F238E27FC236}">
                <a16:creationId xmlns:a16="http://schemas.microsoft.com/office/drawing/2014/main" id="{6F627AA2-A084-4551-8C92-BE346C56D82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19</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20</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509216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21</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745892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BE6CD2-5B52-47C6-B20D-26B9F2CA5B46}"/>
              </a:ext>
            </a:extLst>
          </p:cNvPr>
          <p:cNvSpPr>
            <a:spLocks noGrp="1" noChangeArrowheads="1"/>
          </p:cNvSpPr>
          <p:nvPr>
            <p:ph type="sldNum" sz="quarter" idx="5"/>
          </p:nvPr>
        </p:nvSpPr>
        <p:spPr>
          <a:ln/>
        </p:spPr>
        <p:txBody>
          <a:bodyPr/>
          <a:lstStyle/>
          <a:p>
            <a:fld id="{18B7AAE6-3061-4F55-9FB4-D0BB6AECB168}" type="slidenum">
              <a:rPr lang="en-US" altLang="en-US"/>
              <a:pPr/>
              <a:t>22</a:t>
            </a:fld>
            <a:endParaRPr lang="en-US" altLang="en-US"/>
          </a:p>
        </p:txBody>
      </p:sp>
      <p:sp>
        <p:nvSpPr>
          <p:cNvPr id="1274882" name="Rectangle 2">
            <a:extLst>
              <a:ext uri="{FF2B5EF4-FFF2-40B4-BE49-F238E27FC236}">
                <a16:creationId xmlns:a16="http://schemas.microsoft.com/office/drawing/2014/main" id="{3E02F7C8-A69B-46AF-816E-72CFB7DA5436}"/>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4883" name="Rectangle 3">
            <a:extLst>
              <a:ext uri="{FF2B5EF4-FFF2-40B4-BE49-F238E27FC236}">
                <a16:creationId xmlns:a16="http://schemas.microsoft.com/office/drawing/2014/main" id="{A6C35F7D-03C1-4EDF-95E6-3816034F327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D0C785-9998-4D83-B5E8-95F7434216AC}"/>
              </a:ext>
            </a:extLst>
          </p:cNvPr>
          <p:cNvSpPr>
            <a:spLocks noGrp="1" noChangeArrowheads="1"/>
          </p:cNvSpPr>
          <p:nvPr>
            <p:ph type="sldNum" sz="quarter" idx="5"/>
          </p:nvPr>
        </p:nvSpPr>
        <p:spPr>
          <a:ln/>
        </p:spPr>
        <p:txBody>
          <a:bodyPr/>
          <a:lstStyle/>
          <a:p>
            <a:fld id="{6D01DC39-E766-435C-BB77-CB32E7764B74}" type="slidenum">
              <a:rPr lang="en-US" altLang="en-US"/>
              <a:pPr/>
              <a:t>23</a:t>
            </a:fld>
            <a:endParaRPr lang="en-US" altLang="en-US"/>
          </a:p>
        </p:txBody>
      </p:sp>
      <p:sp>
        <p:nvSpPr>
          <p:cNvPr id="1276930" name="Rectangle 2">
            <a:extLst>
              <a:ext uri="{FF2B5EF4-FFF2-40B4-BE49-F238E27FC236}">
                <a16:creationId xmlns:a16="http://schemas.microsoft.com/office/drawing/2014/main" id="{20369828-B7B1-403D-A1AB-1C562712E1BF}"/>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6931" name="Rectangle 3">
            <a:extLst>
              <a:ext uri="{FF2B5EF4-FFF2-40B4-BE49-F238E27FC236}">
                <a16:creationId xmlns:a16="http://schemas.microsoft.com/office/drawing/2014/main" id="{0AD854F2-CDE9-47E0-8BD7-324FF963D5CB}"/>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24</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0116720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25</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8112401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26</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4430780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27</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7081133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28</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978651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29</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6668017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30</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9911586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fld id="{657645A8-C502-4855-A6DA-99E0754EFC8A}" type="slidenum">
              <a:rPr lang="en-US" altLang="en-US" sz="1200"/>
              <a:pPr eaLnBrk="1" hangingPunct="1"/>
              <a:t>31</a:t>
            </a:fld>
            <a:endParaRPr lang="en-US" altLang="en-US" sz="1200"/>
          </a:p>
        </p:txBody>
      </p:sp>
      <p:sp>
        <p:nvSpPr>
          <p:cNvPr id="67587" name="Rectangle 2"/>
          <p:cNvSpPr>
            <a:spLocks noGrp="1" noRot="1" noChangeAspect="1" noChangeArrowheads="1" noTextEdit="1"/>
          </p:cNvSpPr>
          <p:nvPr>
            <p:ph type="sldImg"/>
          </p:nvPr>
        </p:nvSpPr>
        <p:spPr>
          <a:solidFill>
            <a:srgbClr val="FFFFFF"/>
          </a:solidFill>
          <a:ln/>
        </p:spPr>
      </p:sp>
      <p:sp>
        <p:nvSpPr>
          <p:cNvPr id="67588" name="Rectangle 3"/>
          <p:cNvSpPr>
            <a:spLocks noGrp="1" noChangeArrowheads="1"/>
          </p:cNvSpPr>
          <p:nvPr>
            <p:ph type="body" idx="1"/>
          </p:nvPr>
        </p:nvSpPr>
        <p:spPr>
          <a:solidFill>
            <a:srgbClr val="FFFFFF"/>
          </a:solidFill>
          <a:ln>
            <a:solidFill>
              <a:srgbClr val="000000"/>
            </a:solidFill>
          </a:ln>
        </p:spPr>
        <p:txBody>
          <a:bodyPr/>
          <a:lstStyle/>
          <a:p>
            <a:endParaRPr lang="en-US" altLang="en-US"/>
          </a:p>
        </p:txBody>
      </p:sp>
    </p:spTree>
    <p:extLst>
      <p:ext uri="{BB962C8B-B14F-4D97-AF65-F5344CB8AC3E}">
        <p14:creationId xmlns:p14="http://schemas.microsoft.com/office/powerpoint/2010/main" val="165295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1746" name="Group 2">
            <a:extLst>
              <a:ext uri="{FF2B5EF4-FFF2-40B4-BE49-F238E27FC236}">
                <a16:creationId xmlns:a16="http://schemas.microsoft.com/office/drawing/2014/main" id="{584EA5FF-22AD-4174-8E1D-5241D170FC4E}"/>
              </a:ext>
            </a:extLst>
          </p:cNvPr>
          <p:cNvGrpSpPr>
            <a:grpSpLocks/>
          </p:cNvGrpSpPr>
          <p:nvPr/>
        </p:nvGrpSpPr>
        <p:grpSpPr bwMode="auto">
          <a:xfrm>
            <a:off x="457200" y="2363788"/>
            <a:ext cx="8153400" cy="1600200"/>
            <a:chOff x="288" y="1489"/>
            <a:chExt cx="5136" cy="1008"/>
          </a:xfrm>
        </p:grpSpPr>
        <p:sp>
          <p:nvSpPr>
            <p:cNvPr id="31747" name="Arc 3">
              <a:extLst>
                <a:ext uri="{FF2B5EF4-FFF2-40B4-BE49-F238E27FC236}">
                  <a16:creationId xmlns:a16="http://schemas.microsoft.com/office/drawing/2014/main" id="{0867671D-AE46-48C8-91D1-238E746C2C2B}"/>
                </a:ext>
              </a:extLst>
            </p:cNvPr>
            <p:cNvSpPr>
              <a:spLocks/>
            </p:cNvSpPr>
            <p:nvPr/>
          </p:nvSpPr>
          <p:spPr bwMode="invGray">
            <a:xfrm>
              <a:off x="3595" y="1489"/>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path>
                <a:path w="21912" h="43200" stroke="0"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lnTo>
                    <a:pt x="312" y="2160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8" name="Arc 4">
              <a:extLst>
                <a:ext uri="{FF2B5EF4-FFF2-40B4-BE49-F238E27FC236}">
                  <a16:creationId xmlns:a16="http://schemas.microsoft.com/office/drawing/2014/main" id="{AF6C3458-D397-48F8-96A6-4CDB26BFC3DB}"/>
                </a:ext>
              </a:extLst>
            </p:cNvPr>
            <p:cNvSpPr>
              <a:spLocks/>
            </p:cNvSpPr>
            <p:nvPr/>
          </p:nvSpPr>
          <p:spPr bwMode="invGray">
            <a:xfrm>
              <a:off x="3548" y="1593"/>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path>
                <a:path w="21924" h="43200" stroke="0"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lnTo>
                    <a:pt x="324" y="2160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9" name="Arc 5">
              <a:extLst>
                <a:ext uri="{FF2B5EF4-FFF2-40B4-BE49-F238E27FC236}">
                  <a16:creationId xmlns:a16="http://schemas.microsoft.com/office/drawing/2014/main" id="{86E413BE-7F6B-436B-BB74-8D0DB8DE80C0}"/>
                </a:ext>
              </a:extLst>
            </p:cNvPr>
            <p:cNvSpPr>
              <a:spLocks/>
            </p:cNvSpPr>
            <p:nvPr/>
          </p:nvSpPr>
          <p:spPr bwMode="invGray">
            <a:xfrm>
              <a:off x="3521" y="1732"/>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path>
                <a:path w="21925" h="43200" stroke="0"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lnTo>
                    <a:pt x="325" y="2160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0" name="AutoShape 6">
              <a:extLst>
                <a:ext uri="{FF2B5EF4-FFF2-40B4-BE49-F238E27FC236}">
                  <a16:creationId xmlns:a16="http://schemas.microsoft.com/office/drawing/2014/main" id="{3107F548-4E2A-4D87-B78A-D250E459FBA1}"/>
                </a:ext>
              </a:extLst>
            </p:cNvPr>
            <p:cNvSpPr>
              <a:spLocks noChangeArrowheads="1"/>
            </p:cNvSpPr>
            <p:nvPr/>
          </p:nvSpPr>
          <p:spPr bwMode="invGray">
            <a:xfrm>
              <a:off x="288" y="1940"/>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51" name="Rectangle 7">
            <a:extLst>
              <a:ext uri="{FF2B5EF4-FFF2-40B4-BE49-F238E27FC236}">
                <a16:creationId xmlns:a16="http://schemas.microsoft.com/office/drawing/2014/main" id="{800806AD-F814-4746-BD16-828BDDE50898}"/>
              </a:ext>
            </a:extLst>
          </p:cNvPr>
          <p:cNvSpPr>
            <a:spLocks noGrp="1" noChangeArrowheads="1"/>
          </p:cNvSpPr>
          <p:nvPr>
            <p:ph type="ctrTitle" sz="quarter"/>
          </p:nvPr>
        </p:nvSpPr>
        <p:spPr>
          <a:xfrm>
            <a:off x="685800" y="1447800"/>
            <a:ext cx="7772400" cy="1143000"/>
          </a:xfrm>
        </p:spPr>
        <p:txBody>
          <a:bodyPr/>
          <a:lstStyle>
            <a:lvl1pPr>
              <a:defRPr/>
            </a:lvl1pPr>
          </a:lstStyle>
          <a:p>
            <a:pPr lvl="0"/>
            <a:r>
              <a:rPr lang="en-US" altLang="en-US" noProof="0"/>
              <a:t>Click to edit Master title style</a:t>
            </a:r>
          </a:p>
        </p:txBody>
      </p:sp>
      <p:sp>
        <p:nvSpPr>
          <p:cNvPr id="31752" name="Rectangle 8">
            <a:extLst>
              <a:ext uri="{FF2B5EF4-FFF2-40B4-BE49-F238E27FC236}">
                <a16:creationId xmlns:a16="http://schemas.microsoft.com/office/drawing/2014/main" id="{6CABDF82-B315-4769-B715-C90D39CE188F}"/>
              </a:ext>
            </a:extLst>
          </p:cNvPr>
          <p:cNvSpPr>
            <a:spLocks noGrp="1" noChangeArrowheads="1"/>
          </p:cNvSpPr>
          <p:nvPr>
            <p:ph type="subTitle" sz="quarter" idx="1"/>
          </p:nvPr>
        </p:nvSpPr>
        <p:spPr>
          <a:xfrm>
            <a:off x="1371600" y="3733800"/>
            <a:ext cx="6400800" cy="1752600"/>
          </a:xfrm>
        </p:spPr>
        <p:txBody>
          <a:bodyPr/>
          <a:lstStyle>
            <a:lvl1pPr marL="0" indent="0" algn="ctr">
              <a:buFontTx/>
              <a:buNone/>
              <a:defRPr/>
            </a:lvl1pPr>
          </a:lstStyle>
          <a:p>
            <a:pPr lvl="0"/>
            <a:r>
              <a:rPr lang="en-US" altLang="en-US" noProof="0"/>
              <a:t>Click to edit Master subtitle style</a:t>
            </a:r>
          </a:p>
        </p:txBody>
      </p:sp>
      <p:sp>
        <p:nvSpPr>
          <p:cNvPr id="31753" name="Rectangle 9">
            <a:extLst>
              <a:ext uri="{FF2B5EF4-FFF2-40B4-BE49-F238E27FC236}">
                <a16:creationId xmlns:a16="http://schemas.microsoft.com/office/drawing/2014/main" id="{41185790-73B8-4A86-ABC4-E4F3E154B43E}"/>
              </a:ext>
            </a:extLst>
          </p:cNvPr>
          <p:cNvSpPr>
            <a:spLocks noGrp="1" noChangeArrowheads="1"/>
          </p:cNvSpPr>
          <p:nvPr>
            <p:ph type="dt" sz="quarter" idx="2"/>
          </p:nvPr>
        </p:nvSpPr>
        <p:spPr/>
        <p:txBody>
          <a:bodyPr/>
          <a:lstStyle>
            <a:lvl1pPr>
              <a:defRPr/>
            </a:lvl1pPr>
          </a:lstStyle>
          <a:p>
            <a:endParaRPr lang="en-US" altLang="en-US"/>
          </a:p>
        </p:txBody>
      </p:sp>
      <p:sp>
        <p:nvSpPr>
          <p:cNvPr id="31754" name="Rectangle 10">
            <a:extLst>
              <a:ext uri="{FF2B5EF4-FFF2-40B4-BE49-F238E27FC236}">
                <a16:creationId xmlns:a16="http://schemas.microsoft.com/office/drawing/2014/main" id="{0374E080-C16A-41F8-999E-F3755EFE687D}"/>
              </a:ext>
            </a:extLst>
          </p:cNvPr>
          <p:cNvSpPr>
            <a:spLocks noGrp="1" noChangeArrowheads="1"/>
          </p:cNvSpPr>
          <p:nvPr>
            <p:ph type="ftr" sz="quarter" idx="3"/>
          </p:nvPr>
        </p:nvSpPr>
        <p:spPr/>
        <p:txBody>
          <a:bodyPr/>
          <a:lstStyle>
            <a:lvl1pPr>
              <a:defRPr/>
            </a:lvl1pPr>
          </a:lstStyle>
          <a:p>
            <a:endParaRPr lang="en-US" altLang="en-US"/>
          </a:p>
        </p:txBody>
      </p:sp>
      <p:sp>
        <p:nvSpPr>
          <p:cNvPr id="31755" name="Rectangle 11">
            <a:extLst>
              <a:ext uri="{FF2B5EF4-FFF2-40B4-BE49-F238E27FC236}">
                <a16:creationId xmlns:a16="http://schemas.microsoft.com/office/drawing/2014/main" id="{89AA0ADF-4CBC-4DC7-9A32-D4332804B2DE}"/>
              </a:ext>
            </a:extLst>
          </p:cNvPr>
          <p:cNvSpPr>
            <a:spLocks noGrp="1" noChangeArrowheads="1"/>
          </p:cNvSpPr>
          <p:nvPr>
            <p:ph type="sldNum" sz="quarter" idx="4"/>
          </p:nvPr>
        </p:nvSpPr>
        <p:spPr/>
        <p:txBody>
          <a:bodyPr/>
          <a:lstStyle>
            <a:lvl1pPr>
              <a:defRPr/>
            </a:lvl1pPr>
          </a:lstStyle>
          <a:p>
            <a:fld id="{2EA72FC9-F4D3-4875-AB36-873DE57023F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C737-4E6D-40FE-9E06-3B3523D435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E81590-6674-49F3-A6EA-6F4D956285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02FCF-64A6-4886-AF7F-76BD4A77DAD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B8D0831-0E73-4B96-8972-0AD01253A87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0D5B8FC-E017-425C-8C16-FFEA3E8DD410}"/>
              </a:ext>
            </a:extLst>
          </p:cNvPr>
          <p:cNvSpPr>
            <a:spLocks noGrp="1"/>
          </p:cNvSpPr>
          <p:nvPr>
            <p:ph type="sldNum" sz="quarter" idx="12"/>
          </p:nvPr>
        </p:nvSpPr>
        <p:spPr/>
        <p:txBody>
          <a:bodyPr/>
          <a:lstStyle>
            <a:lvl1pPr>
              <a:defRPr/>
            </a:lvl1pPr>
          </a:lstStyle>
          <a:p>
            <a:fld id="{65952DF9-8404-4B21-98BE-048D2B9FBF63}" type="slidenum">
              <a:rPr lang="en-US" altLang="en-US"/>
              <a:pPr/>
              <a:t>‹#›</a:t>
            </a:fld>
            <a:endParaRPr lang="en-US" altLang="en-US"/>
          </a:p>
        </p:txBody>
      </p:sp>
    </p:spTree>
    <p:extLst>
      <p:ext uri="{BB962C8B-B14F-4D97-AF65-F5344CB8AC3E}">
        <p14:creationId xmlns:p14="http://schemas.microsoft.com/office/powerpoint/2010/main" val="214137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28BE9-19FA-4036-8AF2-861E8A23A33E}"/>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4A6F00-5308-4F9B-9457-FE3586892C7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CCAC16C6-BD16-4394-A238-F684F2EE16C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2143CD-328F-4A5E-B8AE-1FB79D85121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B43C660-468C-4490-8B74-852A1D8F6BC8}"/>
              </a:ext>
            </a:extLst>
          </p:cNvPr>
          <p:cNvSpPr>
            <a:spLocks noGrp="1"/>
          </p:cNvSpPr>
          <p:nvPr>
            <p:ph type="sldNum" sz="quarter" idx="12"/>
          </p:nvPr>
        </p:nvSpPr>
        <p:spPr/>
        <p:txBody>
          <a:bodyPr/>
          <a:lstStyle>
            <a:lvl1pPr>
              <a:defRPr/>
            </a:lvl1pPr>
          </a:lstStyle>
          <a:p>
            <a:fld id="{7F4F3511-D7B3-46D5-9727-3AAF8099E818}" type="slidenum">
              <a:rPr lang="en-US" altLang="en-US"/>
              <a:pPr/>
              <a:t>‹#›</a:t>
            </a:fld>
            <a:endParaRPr lang="en-US" altLang="en-US"/>
          </a:p>
        </p:txBody>
      </p:sp>
    </p:spTree>
    <p:extLst>
      <p:ext uri="{BB962C8B-B14F-4D97-AF65-F5344CB8AC3E}">
        <p14:creationId xmlns:p14="http://schemas.microsoft.com/office/powerpoint/2010/main" val="121958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9B49-D96C-4626-90D1-AC6160C0F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C663F7-0C43-4AC8-86E3-8022749CB93B}"/>
              </a:ext>
            </a:extLst>
          </p:cNvPr>
          <p:cNvSpPr>
            <a:spLocks noGrp="1"/>
          </p:cNvSpPr>
          <p:nvPr>
            <p:ph sz="half" idx="1"/>
          </p:nvPr>
        </p:nvSpPr>
        <p:spPr>
          <a:xfrm>
            <a:off x="685800" y="2057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1D60D8-E65F-4789-BAFA-4304ABC647A2}"/>
              </a:ext>
            </a:extLst>
          </p:cNvPr>
          <p:cNvSpPr>
            <a:spLocks noGrp="1"/>
          </p:cNvSpPr>
          <p:nvPr>
            <p:ph sz="half" idx="2"/>
          </p:nvPr>
        </p:nvSpPr>
        <p:spPr>
          <a:xfrm>
            <a:off x="4648200" y="2057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BB8981-C342-4551-A661-EFAB4DB918C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B053E22-EF65-45DB-BA44-8E814E5D01E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9E5FBC1-4B35-4336-BC22-C9BC90A2551B}"/>
              </a:ext>
            </a:extLst>
          </p:cNvPr>
          <p:cNvSpPr>
            <a:spLocks noGrp="1"/>
          </p:cNvSpPr>
          <p:nvPr>
            <p:ph type="sldNum" sz="quarter" idx="12"/>
          </p:nvPr>
        </p:nvSpPr>
        <p:spPr/>
        <p:txBody>
          <a:bodyPr/>
          <a:lstStyle>
            <a:lvl1pPr>
              <a:defRPr/>
            </a:lvl1pPr>
          </a:lstStyle>
          <a:p>
            <a:fld id="{0E15A793-F24B-4E35-AB48-6848FCA2BEB4}" type="slidenum">
              <a:rPr lang="en-US" altLang="en-US"/>
              <a:pPr/>
              <a:t>‹#›</a:t>
            </a:fld>
            <a:endParaRPr lang="en-US" altLang="en-US"/>
          </a:p>
        </p:txBody>
      </p:sp>
    </p:spTree>
    <p:extLst>
      <p:ext uri="{BB962C8B-B14F-4D97-AF65-F5344CB8AC3E}">
        <p14:creationId xmlns:p14="http://schemas.microsoft.com/office/powerpoint/2010/main" val="2555598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0E673-C469-4FEE-9B51-ECEFE6D2582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FAE6C3-0638-4CB6-8072-0CD695D52FE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97E5CF-8FC8-4A13-9804-278D500617C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87FA57-1179-45E0-AC82-0CA8FD8040A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8AEA5-6B16-44FF-B5B3-AA62DCD1364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CDE92F-1C29-4938-BE82-B9952E67BF14}"/>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C1C2C72E-CEE1-45B5-9A97-D52934054E9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4113B80-7F19-4EC3-9664-EC0244C5B0B2}"/>
              </a:ext>
            </a:extLst>
          </p:cNvPr>
          <p:cNvSpPr>
            <a:spLocks noGrp="1"/>
          </p:cNvSpPr>
          <p:nvPr>
            <p:ph type="sldNum" sz="quarter" idx="12"/>
          </p:nvPr>
        </p:nvSpPr>
        <p:spPr/>
        <p:txBody>
          <a:bodyPr/>
          <a:lstStyle>
            <a:lvl1pPr>
              <a:defRPr/>
            </a:lvl1pPr>
          </a:lstStyle>
          <a:p>
            <a:fld id="{616F8C99-155A-49E7-B766-57BDCFDAC2BD}" type="slidenum">
              <a:rPr lang="en-US" altLang="en-US"/>
              <a:pPr/>
              <a:t>‹#›</a:t>
            </a:fld>
            <a:endParaRPr lang="en-US" altLang="en-US"/>
          </a:p>
        </p:txBody>
      </p:sp>
    </p:spTree>
    <p:extLst>
      <p:ext uri="{BB962C8B-B14F-4D97-AF65-F5344CB8AC3E}">
        <p14:creationId xmlns:p14="http://schemas.microsoft.com/office/powerpoint/2010/main" val="663059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E7C18-9DCA-4A1F-A1F6-002F9ABF76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A62310-2996-466B-B0DF-777461A127D9}"/>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7D183FAF-8D55-4EF6-96E4-31D424FA4E9E}"/>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B8029F66-BD13-4B9B-9112-C4302D1A615D}"/>
              </a:ext>
            </a:extLst>
          </p:cNvPr>
          <p:cNvSpPr>
            <a:spLocks noGrp="1"/>
          </p:cNvSpPr>
          <p:nvPr>
            <p:ph type="sldNum" sz="quarter" idx="12"/>
          </p:nvPr>
        </p:nvSpPr>
        <p:spPr/>
        <p:txBody>
          <a:bodyPr/>
          <a:lstStyle>
            <a:lvl1pPr>
              <a:defRPr/>
            </a:lvl1pPr>
          </a:lstStyle>
          <a:p>
            <a:fld id="{5ABAF927-E1FF-4D9C-B82B-03758530C819}" type="slidenum">
              <a:rPr lang="en-US" altLang="en-US"/>
              <a:pPr/>
              <a:t>‹#›</a:t>
            </a:fld>
            <a:endParaRPr lang="en-US" altLang="en-US"/>
          </a:p>
        </p:txBody>
      </p:sp>
    </p:spTree>
    <p:extLst>
      <p:ext uri="{BB962C8B-B14F-4D97-AF65-F5344CB8AC3E}">
        <p14:creationId xmlns:p14="http://schemas.microsoft.com/office/powerpoint/2010/main" val="1636191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D44FAD-87FD-4D40-B45B-59DE23FA6A86}"/>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237CC2C-F798-4C0D-84EF-DA3CF1AEB5AF}"/>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963CC6E-1672-48A6-BD59-43EE339B6F89}"/>
              </a:ext>
            </a:extLst>
          </p:cNvPr>
          <p:cNvSpPr>
            <a:spLocks noGrp="1"/>
          </p:cNvSpPr>
          <p:nvPr>
            <p:ph type="sldNum" sz="quarter" idx="12"/>
          </p:nvPr>
        </p:nvSpPr>
        <p:spPr/>
        <p:txBody>
          <a:bodyPr/>
          <a:lstStyle>
            <a:lvl1pPr>
              <a:defRPr/>
            </a:lvl1pPr>
          </a:lstStyle>
          <a:p>
            <a:fld id="{D6CC4933-861D-448E-9D39-297B93687040}" type="slidenum">
              <a:rPr lang="en-US" altLang="en-US"/>
              <a:pPr/>
              <a:t>‹#›</a:t>
            </a:fld>
            <a:endParaRPr lang="en-US" altLang="en-US"/>
          </a:p>
        </p:txBody>
      </p:sp>
    </p:spTree>
    <p:extLst>
      <p:ext uri="{BB962C8B-B14F-4D97-AF65-F5344CB8AC3E}">
        <p14:creationId xmlns:p14="http://schemas.microsoft.com/office/powerpoint/2010/main" val="378383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0CC7-C5FF-4CD1-8BE6-AADBC5D2110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62D738-3FBF-46D8-BA3C-9C91424B8A0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335497-651B-48C7-BCC0-8F87F512AF3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F2B9F9-7031-4E8C-9CDC-7F676C5CD8D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A2D75CB-4B35-4030-89E5-746876B35A8F}"/>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B3D29CA-495A-45F5-B294-6F0C04A57A29}"/>
              </a:ext>
            </a:extLst>
          </p:cNvPr>
          <p:cNvSpPr>
            <a:spLocks noGrp="1"/>
          </p:cNvSpPr>
          <p:nvPr>
            <p:ph type="sldNum" sz="quarter" idx="12"/>
          </p:nvPr>
        </p:nvSpPr>
        <p:spPr/>
        <p:txBody>
          <a:bodyPr/>
          <a:lstStyle>
            <a:lvl1pPr>
              <a:defRPr/>
            </a:lvl1pPr>
          </a:lstStyle>
          <a:p>
            <a:fld id="{792F62D1-6073-484F-9A68-1A28500B134C}" type="slidenum">
              <a:rPr lang="en-US" altLang="en-US"/>
              <a:pPr/>
              <a:t>‹#›</a:t>
            </a:fld>
            <a:endParaRPr lang="en-US" altLang="en-US"/>
          </a:p>
        </p:txBody>
      </p:sp>
    </p:spTree>
    <p:extLst>
      <p:ext uri="{BB962C8B-B14F-4D97-AF65-F5344CB8AC3E}">
        <p14:creationId xmlns:p14="http://schemas.microsoft.com/office/powerpoint/2010/main" val="1717108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0A70-0893-48F9-8960-45357733793A}"/>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760628-77C6-477F-B781-9372E7561DE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897382-FABA-4E79-A6D0-4FD869DC140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D2F72-4491-4A34-89AD-EF7ADF65FAA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462AE5A-7E66-4BEC-829F-B3F17F8FCA3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B1A3B9B-35D8-4104-99B2-87FDDCF512C2}"/>
              </a:ext>
            </a:extLst>
          </p:cNvPr>
          <p:cNvSpPr>
            <a:spLocks noGrp="1"/>
          </p:cNvSpPr>
          <p:nvPr>
            <p:ph type="sldNum" sz="quarter" idx="12"/>
          </p:nvPr>
        </p:nvSpPr>
        <p:spPr/>
        <p:txBody>
          <a:bodyPr/>
          <a:lstStyle>
            <a:lvl1pPr>
              <a:defRPr/>
            </a:lvl1pPr>
          </a:lstStyle>
          <a:p>
            <a:fld id="{D6DAC311-C6E6-4DB3-9FCA-77A6DB10FC4F}" type="slidenum">
              <a:rPr lang="en-US" altLang="en-US"/>
              <a:pPr/>
              <a:t>‹#›</a:t>
            </a:fld>
            <a:endParaRPr lang="en-US" altLang="en-US"/>
          </a:p>
        </p:txBody>
      </p:sp>
    </p:spTree>
    <p:extLst>
      <p:ext uri="{BB962C8B-B14F-4D97-AF65-F5344CB8AC3E}">
        <p14:creationId xmlns:p14="http://schemas.microsoft.com/office/powerpoint/2010/main" val="46618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AF8D-E8E8-4122-9D85-C2B9A781D2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48CDD9-F03B-4295-9F16-C418F93BF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CE658-C509-482B-AFBC-04235498F7D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031D335-F315-4DBE-A787-6EB62B39581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BFA041C-915C-45FA-90B1-1DF9AB2C33EE}"/>
              </a:ext>
            </a:extLst>
          </p:cNvPr>
          <p:cNvSpPr>
            <a:spLocks noGrp="1"/>
          </p:cNvSpPr>
          <p:nvPr>
            <p:ph type="sldNum" sz="quarter" idx="12"/>
          </p:nvPr>
        </p:nvSpPr>
        <p:spPr/>
        <p:txBody>
          <a:bodyPr/>
          <a:lstStyle>
            <a:lvl1pPr>
              <a:defRPr/>
            </a:lvl1pPr>
          </a:lstStyle>
          <a:p>
            <a:fld id="{E24FD5C5-42D4-41B2-B783-6E28E9F8D78D}" type="slidenum">
              <a:rPr lang="en-US" altLang="en-US"/>
              <a:pPr/>
              <a:t>‹#›</a:t>
            </a:fld>
            <a:endParaRPr lang="en-US" altLang="en-US"/>
          </a:p>
        </p:txBody>
      </p:sp>
    </p:spTree>
    <p:extLst>
      <p:ext uri="{BB962C8B-B14F-4D97-AF65-F5344CB8AC3E}">
        <p14:creationId xmlns:p14="http://schemas.microsoft.com/office/powerpoint/2010/main" val="2836923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60EF5A-753C-438D-B654-B881FDEBDAEB}"/>
              </a:ext>
            </a:extLst>
          </p:cNvPr>
          <p:cNvSpPr>
            <a:spLocks noGrp="1"/>
          </p:cNvSpPr>
          <p:nvPr>
            <p:ph type="title" orient="vert"/>
          </p:nvPr>
        </p:nvSpPr>
        <p:spPr>
          <a:xfrm>
            <a:off x="6515100" y="381000"/>
            <a:ext cx="1943100" cy="57912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3B4C52-5694-46C7-9128-2848CA030BC0}"/>
              </a:ext>
            </a:extLst>
          </p:cNvPr>
          <p:cNvSpPr>
            <a:spLocks noGrp="1"/>
          </p:cNvSpPr>
          <p:nvPr>
            <p:ph type="body" orient="vert" idx="1"/>
          </p:nvPr>
        </p:nvSpPr>
        <p:spPr>
          <a:xfrm>
            <a:off x="685800" y="3810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E8F621-D80A-4CBA-89EF-B90FF27D4FE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6E8FEEA-29A0-40C0-A0AF-9CCB7BC0172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5DB33B6-16D7-4F81-B81A-2238C42997FA}"/>
              </a:ext>
            </a:extLst>
          </p:cNvPr>
          <p:cNvSpPr>
            <a:spLocks noGrp="1"/>
          </p:cNvSpPr>
          <p:nvPr>
            <p:ph type="sldNum" sz="quarter" idx="12"/>
          </p:nvPr>
        </p:nvSpPr>
        <p:spPr/>
        <p:txBody>
          <a:bodyPr/>
          <a:lstStyle>
            <a:lvl1pPr>
              <a:defRPr/>
            </a:lvl1pPr>
          </a:lstStyle>
          <a:p>
            <a:fld id="{4122404B-1D64-4DA4-90EB-D0FAA28DBCD7}" type="slidenum">
              <a:rPr lang="en-US" altLang="en-US"/>
              <a:pPr/>
              <a:t>‹#›</a:t>
            </a:fld>
            <a:endParaRPr lang="en-US" altLang="en-US"/>
          </a:p>
        </p:txBody>
      </p:sp>
    </p:spTree>
    <p:extLst>
      <p:ext uri="{BB962C8B-B14F-4D97-AF65-F5344CB8AC3E}">
        <p14:creationId xmlns:p14="http://schemas.microsoft.com/office/powerpoint/2010/main" val="793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33" name="Rectangle 13">
            <a:extLst>
              <a:ext uri="{FF2B5EF4-FFF2-40B4-BE49-F238E27FC236}">
                <a16:creationId xmlns:a16="http://schemas.microsoft.com/office/drawing/2014/main" id="{CA7F74DF-AE64-415C-89A4-FD9E47C42546}"/>
              </a:ext>
            </a:extLst>
          </p:cNvPr>
          <p:cNvSpPr>
            <a:spLocks noChangeArrowheads="1"/>
          </p:cNvSpPr>
          <p:nvPr userDrawn="1"/>
        </p:nvSpPr>
        <p:spPr bwMode="auto">
          <a:xfrm>
            <a:off x="0" y="0"/>
            <a:ext cx="2286000" cy="685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722" name="Group 2">
            <a:extLst>
              <a:ext uri="{FF2B5EF4-FFF2-40B4-BE49-F238E27FC236}">
                <a16:creationId xmlns:a16="http://schemas.microsoft.com/office/drawing/2014/main" id="{CFE60D9F-7F47-4F31-B669-B40E1552F1B4}"/>
              </a:ext>
            </a:extLst>
          </p:cNvPr>
          <p:cNvGrpSpPr>
            <a:grpSpLocks/>
          </p:cNvGrpSpPr>
          <p:nvPr/>
        </p:nvGrpSpPr>
        <p:grpSpPr bwMode="auto">
          <a:xfrm>
            <a:off x="457200" y="992188"/>
            <a:ext cx="8153400" cy="1600200"/>
            <a:chOff x="288" y="625"/>
            <a:chExt cx="5136" cy="1008"/>
          </a:xfrm>
        </p:grpSpPr>
        <p:sp>
          <p:nvSpPr>
            <p:cNvPr id="30723" name="Arc 3">
              <a:extLst>
                <a:ext uri="{FF2B5EF4-FFF2-40B4-BE49-F238E27FC236}">
                  <a16:creationId xmlns:a16="http://schemas.microsoft.com/office/drawing/2014/main" id="{34F9C447-13B1-4D1A-8FDF-AAF481DA1DB5}"/>
                </a:ext>
              </a:extLst>
            </p:cNvPr>
            <p:cNvSpPr>
              <a:spLocks/>
            </p:cNvSpPr>
            <p:nvPr/>
          </p:nvSpPr>
          <p:spPr bwMode="invGray">
            <a:xfrm>
              <a:off x="3595" y="625"/>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path>
                <a:path w="21912" h="43200" stroke="0"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lnTo>
                    <a:pt x="312" y="2160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4" name="Arc 4">
              <a:extLst>
                <a:ext uri="{FF2B5EF4-FFF2-40B4-BE49-F238E27FC236}">
                  <a16:creationId xmlns:a16="http://schemas.microsoft.com/office/drawing/2014/main" id="{785E2B7B-EE19-4041-9BFD-D213BAC86384}"/>
                </a:ext>
              </a:extLst>
            </p:cNvPr>
            <p:cNvSpPr>
              <a:spLocks/>
            </p:cNvSpPr>
            <p:nvPr/>
          </p:nvSpPr>
          <p:spPr bwMode="invGray">
            <a:xfrm>
              <a:off x="3548" y="729"/>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path>
                <a:path w="21924" h="43200" stroke="0"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lnTo>
                    <a:pt x="324" y="2160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5" name="Arc 5">
              <a:extLst>
                <a:ext uri="{FF2B5EF4-FFF2-40B4-BE49-F238E27FC236}">
                  <a16:creationId xmlns:a16="http://schemas.microsoft.com/office/drawing/2014/main" id="{BC684E9E-8B6E-49C4-A10F-F6A48164334C}"/>
                </a:ext>
              </a:extLst>
            </p:cNvPr>
            <p:cNvSpPr>
              <a:spLocks/>
            </p:cNvSpPr>
            <p:nvPr/>
          </p:nvSpPr>
          <p:spPr bwMode="invGray">
            <a:xfrm>
              <a:off x="3521" y="868"/>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path>
                <a:path w="21925" h="43200" stroke="0"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lnTo>
                    <a:pt x="325" y="2160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6" name="AutoShape 6">
              <a:extLst>
                <a:ext uri="{FF2B5EF4-FFF2-40B4-BE49-F238E27FC236}">
                  <a16:creationId xmlns:a16="http://schemas.microsoft.com/office/drawing/2014/main" id="{D6314484-6635-475E-8C49-F917A6BC3FBA}"/>
                </a:ext>
              </a:extLst>
            </p:cNvPr>
            <p:cNvSpPr>
              <a:spLocks noChangeArrowheads="1"/>
            </p:cNvSpPr>
            <p:nvPr/>
          </p:nvSpPr>
          <p:spPr bwMode="invGray">
            <a:xfrm>
              <a:off x="288" y="1076"/>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27" name="Rectangle 7">
            <a:extLst>
              <a:ext uri="{FF2B5EF4-FFF2-40B4-BE49-F238E27FC236}">
                <a16:creationId xmlns:a16="http://schemas.microsoft.com/office/drawing/2014/main" id="{41D94D11-D175-468F-9380-C75DCC4F5E18}"/>
              </a:ext>
            </a:extLst>
          </p:cNvPr>
          <p:cNvSpPr>
            <a:spLocks noGrp="1" noChangeArrowheads="1"/>
          </p:cNvSpPr>
          <p:nvPr>
            <p:ph type="title"/>
          </p:nvPr>
        </p:nvSpPr>
        <p:spPr bwMode="auto">
          <a:xfrm>
            <a:off x="685800" y="3810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p>
            <a:pPr lvl="0"/>
            <a:r>
              <a:rPr lang="en-US" altLang="en-US"/>
              <a:t>Click to edit Master title style</a:t>
            </a:r>
          </a:p>
        </p:txBody>
      </p:sp>
      <p:sp>
        <p:nvSpPr>
          <p:cNvPr id="30728" name="Rectangle 8">
            <a:extLst>
              <a:ext uri="{FF2B5EF4-FFF2-40B4-BE49-F238E27FC236}">
                <a16:creationId xmlns:a16="http://schemas.microsoft.com/office/drawing/2014/main" id="{DEBC7A49-3F04-4A50-B644-46AA9FBC1747}"/>
              </a:ext>
            </a:extLst>
          </p:cNvPr>
          <p:cNvSpPr>
            <a:spLocks noGrp="1" noChangeArrowheads="1"/>
          </p:cNvSpPr>
          <p:nvPr>
            <p:ph type="body" idx="1"/>
          </p:nvPr>
        </p:nvSpPr>
        <p:spPr bwMode="auto">
          <a:xfrm>
            <a:off x="685800" y="20574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29" name="Rectangle 9">
            <a:extLst>
              <a:ext uri="{FF2B5EF4-FFF2-40B4-BE49-F238E27FC236}">
                <a16:creationId xmlns:a16="http://schemas.microsoft.com/office/drawing/2014/main" id="{B50D1F5C-7DFD-4997-A052-AA5D869ADEBB}"/>
              </a:ext>
            </a:extLst>
          </p:cNvPr>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sz="1400">
                <a:latin typeface="+mn-lt"/>
              </a:defRPr>
            </a:lvl1pPr>
          </a:lstStyle>
          <a:p>
            <a:endParaRPr lang="en-US" altLang="en-US"/>
          </a:p>
        </p:txBody>
      </p:sp>
      <p:sp>
        <p:nvSpPr>
          <p:cNvPr id="30730" name="Rectangle 10">
            <a:extLst>
              <a:ext uri="{FF2B5EF4-FFF2-40B4-BE49-F238E27FC236}">
                <a16:creationId xmlns:a16="http://schemas.microsoft.com/office/drawing/2014/main" id="{CB4878BE-2586-44FB-AC87-C0A946615291}"/>
              </a:ext>
            </a:extLst>
          </p:cNvPr>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a:defRPr sz="1400">
                <a:latin typeface="+mn-lt"/>
              </a:defRPr>
            </a:lvl1pPr>
          </a:lstStyle>
          <a:p>
            <a:endParaRPr lang="en-US" altLang="en-US"/>
          </a:p>
        </p:txBody>
      </p:sp>
      <p:sp>
        <p:nvSpPr>
          <p:cNvPr id="30731" name="Rectangle 11">
            <a:extLst>
              <a:ext uri="{FF2B5EF4-FFF2-40B4-BE49-F238E27FC236}">
                <a16:creationId xmlns:a16="http://schemas.microsoft.com/office/drawing/2014/main" id="{78B3F41A-A2A3-4C14-82DB-89E4F546096D}"/>
              </a:ext>
            </a:extLst>
          </p:cNvPr>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sz="1400">
                <a:latin typeface="+mn-lt"/>
              </a:defRPr>
            </a:lvl1pPr>
          </a:lstStyle>
          <a:p>
            <a:fld id="{42895AE0-734E-4E64-8028-034A4C11EDC3}" type="slidenum">
              <a:rPr lang="en-US" altLang="en-US"/>
              <a:pPr/>
              <a:t>‹#›</a:t>
            </a:fld>
            <a:endParaRPr lang="en-US" altLang="en-US"/>
          </a:p>
        </p:txBody>
      </p:sp>
      <p:graphicFrame>
        <p:nvGraphicFramePr>
          <p:cNvPr id="30732" name="Object 12">
            <a:extLst>
              <a:ext uri="{FF2B5EF4-FFF2-40B4-BE49-F238E27FC236}">
                <a16:creationId xmlns:a16="http://schemas.microsoft.com/office/drawing/2014/main" id="{A44B6F9F-B8C3-451C-B8B7-59CE7F68F0D8}"/>
              </a:ext>
            </a:extLst>
          </p:cNvPr>
          <p:cNvGraphicFramePr>
            <a:graphicFrameLocks noChangeAspect="1"/>
          </p:cNvGraphicFramePr>
          <p:nvPr userDrawn="1"/>
        </p:nvGraphicFramePr>
        <p:xfrm>
          <a:off x="0" y="0"/>
          <a:ext cx="2662238" cy="720725"/>
        </p:xfrm>
        <a:graphic>
          <a:graphicData uri="http://schemas.openxmlformats.org/presentationml/2006/ole">
            <mc:AlternateContent xmlns:mc="http://schemas.openxmlformats.org/markup-compatibility/2006">
              <mc:Choice xmlns:v="urn:schemas-microsoft-com:vml" Requires="v">
                <p:oleObj name="VISIO" r:id="rId13" imgW="2662920" imgH="721080" progId="Visio.Drawing.6">
                  <p:embed/>
                </p:oleObj>
              </mc:Choice>
              <mc:Fallback>
                <p:oleObj name="VISIO" r:id="rId13" imgW="2662920" imgH="721080" progId="Visio.Drawing.6">
                  <p:embed/>
                  <p:pic>
                    <p:nvPicPr>
                      <p:cNvPr id="30732" name="Object 12">
                        <a:extLst>
                          <a:ext uri="{FF2B5EF4-FFF2-40B4-BE49-F238E27FC236}">
                            <a16:creationId xmlns:a16="http://schemas.microsoft.com/office/drawing/2014/main" id="{A44B6F9F-B8C3-451C-B8B7-59CE7F68F0D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662238"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4.bin"/><Relationship Id="rId7" Type="http://schemas.openxmlformats.org/officeDocument/2006/relationships/oleObject" Target="../embeddings/oleObject5.bin"/><Relationship Id="rId12" Type="http://schemas.openxmlformats.org/officeDocument/2006/relationships/image" Target="../media/image11.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wmf"/><Relationship Id="rId11" Type="http://schemas.openxmlformats.org/officeDocument/2006/relationships/oleObject" Target="../embeddings/oleObject8.bin"/><Relationship Id="rId5" Type="http://schemas.openxmlformats.org/officeDocument/2006/relationships/oleObject" Target="../embeddings/oleObject2.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2.bin"/><Relationship Id="rId7" Type="http://schemas.openxmlformats.org/officeDocument/2006/relationships/oleObject" Target="../embeddings/oleObject10.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9.bin"/><Relationship Id="rId10" Type="http://schemas.openxmlformats.org/officeDocument/2006/relationships/image" Target="../media/image13.wmf"/><Relationship Id="rId4" Type="http://schemas.openxmlformats.org/officeDocument/2006/relationships/image" Target="../media/image3.wmf"/><Relationship Id="rId9"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2.bin"/><Relationship Id="rId7" Type="http://schemas.openxmlformats.org/officeDocument/2006/relationships/oleObject" Target="../embeddings/oleObject13.bin"/><Relationship Id="rId12"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wmf"/><Relationship Id="rId11" Type="http://schemas.openxmlformats.org/officeDocument/2006/relationships/oleObject" Target="../embeddings/oleObject14.bin"/><Relationship Id="rId5" Type="http://schemas.openxmlformats.org/officeDocument/2006/relationships/oleObject" Target="../embeddings/oleObject12.bin"/><Relationship Id="rId10" Type="http://schemas.openxmlformats.org/officeDocument/2006/relationships/image" Target="../media/image13.wmf"/><Relationship Id="rId4" Type="http://schemas.openxmlformats.org/officeDocument/2006/relationships/image" Target="../media/image3.wmf"/><Relationship Id="rId9" Type="http://schemas.openxmlformats.org/officeDocument/2006/relationships/oleObject" Target="../embeddings/oleObject11.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5.bin"/><Relationship Id="rId7"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6.bin"/><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17.gi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8.bin"/><Relationship Id="rId4" Type="http://schemas.openxmlformats.org/officeDocument/2006/relationships/image" Target="../media/image14.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17.gi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18.bin"/><Relationship Id="rId4" Type="http://schemas.openxmlformats.org/officeDocument/2006/relationships/image" Target="../media/image14.wmf"/></Relationships>
</file>

<file path=ppt/slides/_rels/slide1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2.bin"/><Relationship Id="rId7" Type="http://schemas.openxmlformats.org/officeDocument/2006/relationships/oleObject" Target="../embeddings/oleObject20.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9.bin"/><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2.bin"/><Relationship Id="rId7" Type="http://schemas.openxmlformats.org/officeDocument/2006/relationships/oleObject" Target="../embeddings/oleObject22.bin"/><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wmf"/><Relationship Id="rId5" Type="http://schemas.openxmlformats.org/officeDocument/2006/relationships/oleObject" Target="../embeddings/oleObject21.bin"/><Relationship Id="rId10" Type="http://schemas.openxmlformats.org/officeDocument/2006/relationships/image" Target="../media/image21.wmf"/><Relationship Id="rId4" Type="http://schemas.openxmlformats.org/officeDocument/2006/relationships/image" Target="../media/image3.wmf"/><Relationship Id="rId9" Type="http://schemas.openxmlformats.org/officeDocument/2006/relationships/oleObject" Target="../embeddings/oleObject23.bin"/></Relationships>
</file>

<file path=ppt/slides/_rels/slide1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wmf"/><Relationship Id="rId7" Type="http://schemas.openxmlformats.org/officeDocument/2006/relationships/image" Target="../media/image24.w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23.wmf"/><Relationship Id="rId4"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0.wmf"/><Relationship Id="rId3" Type="http://schemas.openxmlformats.org/officeDocument/2006/relationships/image" Target="../media/image25.jpg"/><Relationship Id="rId7" Type="http://schemas.openxmlformats.org/officeDocument/2006/relationships/image" Target="../media/image27.wmf"/><Relationship Id="rId12" Type="http://schemas.openxmlformats.org/officeDocument/2006/relationships/oleObject" Target="../embeddings/oleObject30.bin"/><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oleObject" Target="../embeddings/oleObject27.bin"/><Relationship Id="rId11" Type="http://schemas.openxmlformats.org/officeDocument/2006/relationships/image" Target="../media/image29.wmf"/><Relationship Id="rId5" Type="http://schemas.openxmlformats.org/officeDocument/2006/relationships/image" Target="../media/image26.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28.wmf"/></Relationships>
</file>

<file path=ppt/slides/_rels/slide2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6.wmf"/><Relationship Id="rId4" Type="http://schemas.openxmlformats.org/officeDocument/2006/relationships/oleObject" Target="../embeddings/oleObject26.bin"/></Relationships>
</file>

<file path=ppt/slides/_rels/slide22.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g"/><Relationship Id="rId7" Type="http://schemas.openxmlformats.org/officeDocument/2006/relationships/image" Target="../media/image35.w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34.wmf"/><Relationship Id="rId4" Type="http://schemas.openxmlformats.org/officeDocument/2006/relationships/oleObject" Target="../embeddings/oleObject31.bin"/></Relationships>
</file>

<file path=ppt/slides/_rels/slide27.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image" Target="../media/image37.jpg"/><Relationship Id="rId7" Type="http://schemas.openxmlformats.org/officeDocument/2006/relationships/image" Target="../media/image39.wmf"/><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oleObject" Target="../embeddings/oleObject34.bin"/><Relationship Id="rId5" Type="http://schemas.openxmlformats.org/officeDocument/2006/relationships/image" Target="../media/image38.wmf"/><Relationship Id="rId4" Type="http://schemas.openxmlformats.org/officeDocument/2006/relationships/oleObject" Target="../embeddings/oleObject33.bin"/><Relationship Id="rId9" Type="http://schemas.openxmlformats.org/officeDocument/2006/relationships/image" Target="../media/image40.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44.wmf"/><Relationship Id="rId18" Type="http://schemas.openxmlformats.org/officeDocument/2006/relationships/oleObject" Target="../embeddings/oleObject42.bin"/><Relationship Id="rId3" Type="http://schemas.openxmlformats.org/officeDocument/2006/relationships/image" Target="../media/image37.jpg"/><Relationship Id="rId21" Type="http://schemas.openxmlformats.org/officeDocument/2006/relationships/image" Target="../media/image48.wmf"/><Relationship Id="rId7" Type="http://schemas.openxmlformats.org/officeDocument/2006/relationships/image" Target="../media/image41.wmf"/><Relationship Id="rId12" Type="http://schemas.openxmlformats.org/officeDocument/2006/relationships/oleObject" Target="../embeddings/oleObject39.bin"/><Relationship Id="rId17" Type="http://schemas.openxmlformats.org/officeDocument/2006/relationships/image" Target="../media/image46.wmf"/><Relationship Id="rId2" Type="http://schemas.openxmlformats.org/officeDocument/2006/relationships/notesSlide" Target="../notesSlides/notesSlide28.xml"/><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image" Target="../media/image43.wmf"/><Relationship Id="rId5" Type="http://schemas.openxmlformats.org/officeDocument/2006/relationships/image" Target="../media/image38.wmf"/><Relationship Id="rId15" Type="http://schemas.openxmlformats.org/officeDocument/2006/relationships/image" Target="../media/image45.wmf"/><Relationship Id="rId23" Type="http://schemas.openxmlformats.org/officeDocument/2006/relationships/image" Target="../media/image49.wmf"/><Relationship Id="rId10" Type="http://schemas.openxmlformats.org/officeDocument/2006/relationships/oleObject" Target="../embeddings/oleObject38.bin"/><Relationship Id="rId19" Type="http://schemas.openxmlformats.org/officeDocument/2006/relationships/image" Target="../media/image47.wmf"/><Relationship Id="rId4" Type="http://schemas.openxmlformats.org/officeDocument/2006/relationships/oleObject" Target="../embeddings/oleObject33.bin"/><Relationship Id="rId9" Type="http://schemas.openxmlformats.org/officeDocument/2006/relationships/image" Target="../media/image42.wmf"/><Relationship Id="rId14" Type="http://schemas.openxmlformats.org/officeDocument/2006/relationships/oleObject" Target="../embeddings/oleObject40.bin"/><Relationship Id="rId22" Type="http://schemas.openxmlformats.org/officeDocument/2006/relationships/oleObject" Target="../embeddings/oleObject44.bin"/></Relationships>
</file>

<file path=ppt/slides/_rels/slide3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0.wmf"/><Relationship Id="rId4" Type="http://schemas.openxmlformats.org/officeDocument/2006/relationships/oleObject" Target="../embeddings/oleObject45.bin"/></Relationships>
</file>

<file path=ppt/slides/_rels/slide31.xml.rels><?xml version="1.0" encoding="UTF-8" standalone="yes"?>
<Relationships xmlns="http://schemas.openxmlformats.org/package/2006/relationships"><Relationship Id="rId3" Type="http://schemas.openxmlformats.org/officeDocument/2006/relationships/image" Target="../media/image51.gi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E8A1F433-B260-4CE9-9E8F-5547B87616A6}"/>
              </a:ext>
            </a:extLst>
          </p:cNvPr>
          <p:cNvSpPr>
            <a:spLocks noGrp="1" noChangeArrowheads="1"/>
          </p:cNvSpPr>
          <p:nvPr>
            <p:ph type="title"/>
          </p:nvPr>
        </p:nvSpPr>
        <p:spPr>
          <a:xfrm>
            <a:off x="990600" y="609600"/>
            <a:ext cx="7772400" cy="762000"/>
          </a:xfrm>
        </p:spPr>
        <p:txBody>
          <a:bodyPr/>
          <a:lstStyle/>
          <a:p>
            <a:pPr algn="ctr"/>
            <a:r>
              <a:rPr lang="en-US" sz="3600" dirty="0"/>
              <a:t>ECE 3364</a:t>
            </a:r>
            <a:br>
              <a:rPr lang="en-US" sz="3600" dirty="0"/>
            </a:br>
            <a:r>
              <a:rPr lang="en-US" sz="3600" dirty="0"/>
              <a:t> Circuits and Systems</a:t>
            </a:r>
            <a:endParaRPr lang="en-US" altLang="en-US" sz="3600" dirty="0"/>
          </a:p>
        </p:txBody>
      </p:sp>
      <p:sp>
        <p:nvSpPr>
          <p:cNvPr id="217091" name="Text Box 3">
            <a:extLst>
              <a:ext uri="{FF2B5EF4-FFF2-40B4-BE49-F238E27FC236}">
                <a16:creationId xmlns:a16="http://schemas.microsoft.com/office/drawing/2014/main" id="{41EBE66C-3D68-49DA-824B-896D23CBC403}"/>
              </a:ext>
            </a:extLst>
          </p:cNvPr>
          <p:cNvSpPr txBox="1">
            <a:spLocks noChangeArrowheads="1"/>
          </p:cNvSpPr>
          <p:nvPr/>
        </p:nvSpPr>
        <p:spPr bwMode="auto">
          <a:xfrm>
            <a:off x="2514600" y="4114800"/>
            <a:ext cx="40687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t>Dr. Dave Shattuck</a:t>
            </a:r>
          </a:p>
          <a:p>
            <a:pPr algn="ctr" eaLnBrk="0" hangingPunct="0"/>
            <a:r>
              <a:rPr lang="en-US" altLang="en-US"/>
              <a:t>Associate Professor, ECE Dept.</a:t>
            </a:r>
          </a:p>
        </p:txBody>
      </p:sp>
      <p:sp>
        <p:nvSpPr>
          <p:cNvPr id="217092" name="Text Box 4">
            <a:extLst>
              <a:ext uri="{FF2B5EF4-FFF2-40B4-BE49-F238E27FC236}">
                <a16:creationId xmlns:a16="http://schemas.microsoft.com/office/drawing/2014/main" id="{1DE9E421-FDBE-4525-94BE-96808A097FC4}"/>
              </a:ext>
            </a:extLst>
          </p:cNvPr>
          <p:cNvSpPr txBox="1">
            <a:spLocks noChangeArrowheads="1"/>
          </p:cNvSpPr>
          <p:nvPr/>
        </p:nvSpPr>
        <p:spPr bwMode="auto">
          <a:xfrm>
            <a:off x="2355051" y="2133600"/>
            <a:ext cx="4237057"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3600" b="1" dirty="0">
                <a:latin typeface="Arial" panose="020B0604020202020204" pitchFamily="34" charset="0"/>
              </a:rPr>
              <a:t>Lecture Set #3</a:t>
            </a:r>
          </a:p>
          <a:p>
            <a:pPr algn="ctr" eaLnBrk="0" hangingPunct="0"/>
            <a:r>
              <a:rPr lang="en-US" altLang="en-US" sz="3600" b="1" dirty="0">
                <a:latin typeface="Arial" panose="020B0604020202020204" pitchFamily="34" charset="0"/>
              </a:rPr>
              <a:t>Mutual Inductance</a:t>
            </a:r>
          </a:p>
          <a:p>
            <a:pPr algn="ctr" eaLnBrk="0" hangingPunct="0"/>
            <a:r>
              <a:rPr lang="en-US" altLang="en-US" sz="1000" b="1" dirty="0">
                <a:latin typeface="Arial" panose="020B0604020202020204" pitchFamily="34" charset="0"/>
              </a:rPr>
              <a:t>Version 6</a:t>
            </a:r>
            <a:endParaRPr lang="en-US" altLang="en-US" sz="1000" dirty="0">
              <a:latin typeface="Arial" panose="020B0604020202020204" pitchFamily="34" charset="0"/>
            </a:endParaRPr>
          </a:p>
        </p:txBody>
      </p:sp>
      <p:sp>
        <p:nvSpPr>
          <p:cNvPr id="217093" name="Rectangle 5">
            <a:extLst>
              <a:ext uri="{FF2B5EF4-FFF2-40B4-BE49-F238E27FC236}">
                <a16:creationId xmlns:a16="http://schemas.microsoft.com/office/drawing/2014/main" id="{BA48CD88-23EC-43A6-B26A-213926FD9DFD}"/>
              </a:ext>
            </a:extLst>
          </p:cNvPr>
          <p:cNvSpPr>
            <a:spLocks noChangeArrowheads="1"/>
          </p:cNvSpPr>
          <p:nvPr/>
        </p:nvSpPr>
        <p:spPr bwMode="auto">
          <a:xfrm>
            <a:off x="6792913" y="5670550"/>
            <a:ext cx="235108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t>Shattuck@uh.edu</a:t>
            </a:r>
          </a:p>
          <a:p>
            <a:pPr algn="ctr" eaLnBrk="0" hangingPunct="0"/>
            <a:r>
              <a:rPr lang="en-US" altLang="en-US"/>
              <a:t>713 743-4422</a:t>
            </a:r>
          </a:p>
          <a:p>
            <a:pPr algn="ctr" eaLnBrk="0" hangingPunct="0"/>
            <a:r>
              <a:rPr lang="en-US" altLang="en-US"/>
              <a:t>W326-D3</a:t>
            </a:r>
          </a:p>
        </p:txBody>
      </p:sp>
      <p:grpSp>
        <p:nvGrpSpPr>
          <p:cNvPr id="217094" name="Group 6">
            <a:extLst>
              <a:ext uri="{FF2B5EF4-FFF2-40B4-BE49-F238E27FC236}">
                <a16:creationId xmlns:a16="http://schemas.microsoft.com/office/drawing/2014/main" id="{0C5191A2-560A-495C-9F7C-95BFC1F2EABF}"/>
              </a:ext>
            </a:extLst>
          </p:cNvPr>
          <p:cNvGrpSpPr>
            <a:grpSpLocks/>
          </p:cNvGrpSpPr>
          <p:nvPr/>
        </p:nvGrpSpPr>
        <p:grpSpPr bwMode="auto">
          <a:xfrm>
            <a:off x="0" y="5326063"/>
            <a:ext cx="9144000" cy="1524000"/>
            <a:chOff x="0" y="3360"/>
            <a:chExt cx="5760" cy="960"/>
          </a:xfrm>
        </p:grpSpPr>
        <p:sp>
          <p:nvSpPr>
            <p:cNvPr id="217095" name="Rectangle 7">
              <a:extLst>
                <a:ext uri="{FF2B5EF4-FFF2-40B4-BE49-F238E27FC236}">
                  <a16:creationId xmlns:a16="http://schemas.microsoft.com/office/drawing/2014/main" id="{DBAC44EE-73F3-4475-9A49-1FF302164ADE}"/>
                </a:ext>
              </a:extLst>
            </p:cNvPr>
            <p:cNvSpPr>
              <a:spLocks noChangeArrowheads="1"/>
            </p:cNvSpPr>
            <p:nvPr/>
          </p:nvSpPr>
          <p:spPr bwMode="auto">
            <a:xfrm>
              <a:off x="0" y="3360"/>
              <a:ext cx="5760" cy="960"/>
            </a:xfrm>
            <a:prstGeom prst="rect">
              <a:avLst/>
            </a:prstGeom>
            <a:solidFill>
              <a:srgbClr val="FF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17096" name="Picture 8">
              <a:extLst>
                <a:ext uri="{FF2B5EF4-FFF2-40B4-BE49-F238E27FC236}">
                  <a16:creationId xmlns:a16="http://schemas.microsoft.com/office/drawing/2014/main" id="{9FFB3FE1-FB57-4C1F-BDC8-5806FAEC413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3389"/>
              <a:ext cx="4224" cy="931"/>
            </a:xfrm>
            <a:prstGeom prst="rect">
              <a:avLst/>
            </a:prstGeom>
            <a:noFill/>
            <a:extLst>
              <a:ext uri="{909E8E84-426E-40DD-AFC4-6F175D3DCCD1}">
                <a14:hiddenFill xmlns:a14="http://schemas.microsoft.com/office/drawing/2010/main">
                  <a:solidFill>
                    <a:srgbClr val="FFFFFF"/>
                  </a:solidFill>
                </a14:hiddenFill>
              </a:ext>
            </a:extLst>
          </p:spPr>
        </p:pic>
        <p:sp>
          <p:nvSpPr>
            <p:cNvPr id="217097" name="Rectangle 9">
              <a:extLst>
                <a:ext uri="{FF2B5EF4-FFF2-40B4-BE49-F238E27FC236}">
                  <a16:creationId xmlns:a16="http://schemas.microsoft.com/office/drawing/2014/main" id="{DBCAFDE2-A0FE-401A-A5F5-C81A207E731B}"/>
                </a:ext>
              </a:extLst>
            </p:cNvPr>
            <p:cNvSpPr>
              <a:spLocks noChangeArrowheads="1"/>
            </p:cNvSpPr>
            <p:nvPr/>
          </p:nvSpPr>
          <p:spPr bwMode="auto">
            <a:xfrm>
              <a:off x="4279" y="3572"/>
              <a:ext cx="1481"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chemeClr val="accent2"/>
                  </a:solidFill>
                </a:rPr>
                <a:t>Shattuck@uh.edu</a:t>
              </a:r>
            </a:p>
            <a:p>
              <a:pPr algn="ctr" eaLnBrk="0" hangingPunct="0"/>
              <a:r>
                <a:rPr lang="en-US" altLang="en-US">
                  <a:solidFill>
                    <a:schemeClr val="accent2"/>
                  </a:solidFill>
                </a:rPr>
                <a:t>713 743-4422</a:t>
              </a:r>
            </a:p>
            <a:p>
              <a:pPr algn="ctr" eaLnBrk="0" hangingPunct="0"/>
              <a:r>
                <a:rPr lang="en-US" altLang="en-US">
                  <a:solidFill>
                    <a:schemeClr val="accent2"/>
                  </a:solidFill>
                </a:rPr>
                <a:t>W326-D3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18" name="Rectangle 2">
            <a:extLst>
              <a:ext uri="{FF2B5EF4-FFF2-40B4-BE49-F238E27FC236}">
                <a16:creationId xmlns:a16="http://schemas.microsoft.com/office/drawing/2014/main" id="{F6475575-F147-4BC1-989D-08E4EBEFC7E6}"/>
              </a:ext>
            </a:extLst>
          </p:cNvPr>
          <p:cNvSpPr>
            <a:spLocks noGrp="1" noChangeArrowheads="1"/>
          </p:cNvSpPr>
          <p:nvPr>
            <p:ph type="title"/>
          </p:nvPr>
        </p:nvSpPr>
        <p:spPr>
          <a:xfrm>
            <a:off x="533400" y="0"/>
            <a:ext cx="8382000" cy="1600200"/>
          </a:xfrm>
        </p:spPr>
        <p:txBody>
          <a:bodyPr/>
          <a:lstStyle/>
          <a:p>
            <a:r>
              <a:rPr lang="en-US" altLang="en-US" dirty="0"/>
              <a:t>Overview of Lecture Set</a:t>
            </a:r>
            <a:br>
              <a:rPr lang="en-US" altLang="en-US" dirty="0"/>
            </a:br>
            <a:r>
              <a:rPr lang="en-US" altLang="en-US" dirty="0"/>
              <a:t> </a:t>
            </a:r>
            <a:r>
              <a:rPr lang="en-US" altLang="en-US" b="1" dirty="0"/>
              <a:t>Mutual Inductance</a:t>
            </a:r>
          </a:p>
        </p:txBody>
      </p:sp>
      <p:sp>
        <p:nvSpPr>
          <p:cNvPr id="1212419" name="Rectangle 3">
            <a:extLst>
              <a:ext uri="{FF2B5EF4-FFF2-40B4-BE49-F238E27FC236}">
                <a16:creationId xmlns:a16="http://schemas.microsoft.com/office/drawing/2014/main" id="{EDA4D3D9-60D2-46BF-A92E-B606F1B21F45}"/>
              </a:ext>
            </a:extLst>
          </p:cNvPr>
          <p:cNvSpPr>
            <a:spLocks noGrp="1" noChangeArrowheads="1"/>
          </p:cNvSpPr>
          <p:nvPr>
            <p:ph type="body" idx="1"/>
          </p:nvPr>
        </p:nvSpPr>
        <p:spPr>
          <a:xfrm>
            <a:off x="533400" y="2057400"/>
            <a:ext cx="7772400" cy="4343400"/>
          </a:xfrm>
        </p:spPr>
        <p:txBody>
          <a:bodyPr/>
          <a:lstStyle/>
          <a:p>
            <a:pPr>
              <a:lnSpc>
                <a:spcPct val="90000"/>
              </a:lnSpc>
              <a:buFontTx/>
              <a:buNone/>
            </a:pPr>
            <a:r>
              <a:rPr lang="en-US" altLang="en-US" sz="2800" dirty="0"/>
              <a:t>In this lecture set, we will cover the following topics:</a:t>
            </a:r>
          </a:p>
          <a:p>
            <a:pPr>
              <a:lnSpc>
                <a:spcPct val="90000"/>
              </a:lnSpc>
            </a:pPr>
            <a:r>
              <a:rPr lang="en-US" altLang="en-US" sz="2800" dirty="0">
                <a:cs typeface="Arial" panose="020B0604020202020204" pitchFamily="34" charset="0"/>
              </a:rPr>
              <a:t>Define what we mean by mutual and self inductance.  </a:t>
            </a:r>
          </a:p>
          <a:p>
            <a:pPr>
              <a:lnSpc>
                <a:spcPct val="90000"/>
              </a:lnSpc>
            </a:pPr>
            <a:r>
              <a:rPr lang="en-US" altLang="en-US" sz="2800" dirty="0">
                <a:cs typeface="Arial" panose="020B0604020202020204" pitchFamily="34" charset="0"/>
              </a:rPr>
              <a:t>Introduce the dot convention for assigning voltage reference polarities.</a:t>
            </a:r>
          </a:p>
          <a:p>
            <a:pPr>
              <a:lnSpc>
                <a:spcPct val="90000"/>
              </a:lnSpc>
            </a:pPr>
            <a:r>
              <a:rPr lang="en-US" altLang="en-US" sz="2800" dirty="0">
                <a:cs typeface="Arial" panose="020B0604020202020204" pitchFamily="34" charset="0"/>
              </a:rPr>
              <a:t>Consider the energy stored in coupled coils.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Grp="1" noChangeArrowheads="1"/>
          </p:cNvSpPr>
          <p:nvPr>
            <p:ph type="title"/>
          </p:nvPr>
        </p:nvSpPr>
        <p:spPr/>
        <p:txBody>
          <a:bodyPr/>
          <a:lstStyle/>
          <a:p>
            <a:r>
              <a:rPr lang="en-US" dirty="0"/>
              <a:t>Copyright Notice</a:t>
            </a:r>
          </a:p>
        </p:txBody>
      </p:sp>
      <p:sp>
        <p:nvSpPr>
          <p:cNvPr id="4" name="Content Placeholder 2">
            <a:extLst>
              <a:ext uri="{FF2B5EF4-FFF2-40B4-BE49-F238E27FC236}">
                <a16:creationId xmlns:a16="http://schemas.microsoft.com/office/drawing/2014/main" id="{F1C3D434-61A6-4AED-9A60-C88F9F4B6217}"/>
              </a:ext>
            </a:extLst>
          </p:cNvPr>
          <p:cNvSpPr>
            <a:spLocks noGrp="1"/>
          </p:cNvSpPr>
          <p:nvPr>
            <p:ph idx="1"/>
          </p:nvPr>
        </p:nvSpPr>
        <p:spPr bwMode="auto">
          <a:xfrm>
            <a:off x="469397" y="2057400"/>
            <a:ext cx="8205205" cy="4155626"/>
          </a:xfrm>
          <a:solidFill>
            <a:schemeClr val="accent1"/>
          </a:solidFill>
          <a:ln w="9525">
            <a:solidFill>
              <a:schemeClr val="tx1"/>
            </a:solidFill>
            <a:miter lim="800000"/>
            <a:headEnd/>
            <a:tailEnd/>
          </a:ln>
          <a:effectLst/>
        </p:spPr>
        <p:txBody>
          <a:bodyPr>
            <a:spAutoFit/>
          </a:bodyPr>
          <a:lstStyle/>
          <a:p>
            <a:pPr marL="0" indent="0" eaLnBrk="0" hangingPunct="0">
              <a:spcBef>
                <a:spcPct val="0"/>
              </a:spcBef>
              <a:buNone/>
            </a:pPr>
            <a:r>
              <a:rPr lang="en-US" altLang="en-US" sz="2400" kern="1200" dirty="0">
                <a:solidFill>
                  <a:schemeClr val="bg1"/>
                </a:solidFil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15692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a:extLst>
              <a:ext uri="{FF2B5EF4-FFF2-40B4-BE49-F238E27FC236}">
                <a16:creationId xmlns:a16="http://schemas.microsoft.com/office/drawing/2014/main" id="{E61139E7-E14D-4DC6-B873-A7FB37F2757B}"/>
              </a:ext>
            </a:extLst>
          </p:cNvPr>
          <p:cNvSpPr>
            <a:spLocks noGrp="1" noChangeArrowheads="1"/>
          </p:cNvSpPr>
          <p:nvPr>
            <p:ph type="title"/>
          </p:nvPr>
        </p:nvSpPr>
        <p:spPr>
          <a:xfrm>
            <a:off x="2971800" y="0"/>
            <a:ext cx="5943600" cy="1143000"/>
          </a:xfrm>
        </p:spPr>
        <p:txBody>
          <a:bodyPr/>
          <a:lstStyle/>
          <a:p>
            <a:r>
              <a:rPr lang="en-US" altLang="en-US" dirty="0"/>
              <a:t>Inductor Review</a:t>
            </a:r>
          </a:p>
        </p:txBody>
      </p:sp>
      <p:sp>
        <p:nvSpPr>
          <p:cNvPr id="443395" name="Rectangle 3">
            <a:extLst>
              <a:ext uri="{FF2B5EF4-FFF2-40B4-BE49-F238E27FC236}">
                <a16:creationId xmlns:a16="http://schemas.microsoft.com/office/drawing/2014/main" id="{C42DD910-3C61-4FA5-8AD8-7D884005AF02}"/>
              </a:ext>
            </a:extLst>
          </p:cNvPr>
          <p:cNvSpPr>
            <a:spLocks noGrp="1" noChangeArrowheads="1"/>
          </p:cNvSpPr>
          <p:nvPr>
            <p:ph type="body" idx="1"/>
          </p:nvPr>
        </p:nvSpPr>
        <p:spPr>
          <a:xfrm>
            <a:off x="152400" y="838200"/>
            <a:ext cx="5105400" cy="5867400"/>
          </a:xfrm>
        </p:spPr>
        <p:txBody>
          <a:bodyPr/>
          <a:lstStyle/>
          <a:p>
            <a:pPr>
              <a:lnSpc>
                <a:spcPct val="90000"/>
              </a:lnSpc>
            </a:pPr>
            <a:r>
              <a:rPr lang="en-US" altLang="en-US" sz="2400"/>
              <a:t>An inductor is a two terminal circuit element that has a voltage across its terminals which is proportional to the derivative of the current through its terminals.</a:t>
            </a:r>
          </a:p>
          <a:p>
            <a:pPr>
              <a:lnSpc>
                <a:spcPct val="90000"/>
              </a:lnSpc>
            </a:pPr>
            <a:r>
              <a:rPr lang="en-US" altLang="en-US" sz="2400"/>
              <a:t>The coefficient of this proportionality is the defining characteristic of an inductor. </a:t>
            </a:r>
          </a:p>
          <a:p>
            <a:pPr>
              <a:lnSpc>
                <a:spcPct val="90000"/>
              </a:lnSpc>
            </a:pPr>
            <a:r>
              <a:rPr lang="en-US" altLang="en-US" sz="2400"/>
              <a:t>An inductor is the device that we use to model the effect of magnetic fields on circuit variables.  The energy stored in magnetic fields has effects on voltage and current.  We use the inductor component to model these effects.</a:t>
            </a:r>
          </a:p>
        </p:txBody>
      </p:sp>
      <p:sp>
        <p:nvSpPr>
          <p:cNvPr id="443396" name="Rectangle 4">
            <a:extLst>
              <a:ext uri="{FF2B5EF4-FFF2-40B4-BE49-F238E27FC236}">
                <a16:creationId xmlns:a16="http://schemas.microsoft.com/office/drawing/2014/main" id="{1F817D5E-58EF-4C59-8F23-F13CB57A185A}"/>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43397" name="Object 5">
            <a:extLst>
              <a:ext uri="{FF2B5EF4-FFF2-40B4-BE49-F238E27FC236}">
                <a16:creationId xmlns:a16="http://schemas.microsoft.com/office/drawing/2014/main" id="{4FE65F5A-7305-4A42-9D73-E78B56C83DF0}"/>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43397" name="Object 5">
                        <a:extLst>
                          <a:ext uri="{FF2B5EF4-FFF2-40B4-BE49-F238E27FC236}">
                            <a16:creationId xmlns:a16="http://schemas.microsoft.com/office/drawing/2014/main" id="{4FE65F5A-7305-4A42-9D73-E78B56C83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8" name="Text Box 6">
            <a:extLst>
              <a:ext uri="{FF2B5EF4-FFF2-40B4-BE49-F238E27FC236}">
                <a16:creationId xmlns:a16="http://schemas.microsoft.com/office/drawing/2014/main" id="{EDB887E5-09D3-44DC-8CF1-67DC62CE2672}"/>
              </a:ext>
            </a:extLst>
          </p:cNvPr>
          <p:cNvSpPr txBox="1">
            <a:spLocks noChangeArrowheads="1"/>
          </p:cNvSpPr>
          <p:nvPr/>
        </p:nvSpPr>
        <p:spPr bwMode="auto">
          <a:xfrm>
            <a:off x="5334000" y="4114800"/>
            <a:ext cx="3657600" cy="11874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a:solidFill>
                  <a:schemeClr val="bg1"/>
                </a:solidFill>
                <a:latin typeface="Arial" panose="020B0604020202020204" pitchFamily="34" charset="0"/>
              </a:rPr>
              <a:t>In many cases a coil of wire can be modeled as an inductor.</a:t>
            </a:r>
          </a:p>
        </p:txBody>
      </p:sp>
      <p:pic>
        <p:nvPicPr>
          <p:cNvPr id="443399" name="Picture 7">
            <a:extLst>
              <a:ext uri="{FF2B5EF4-FFF2-40B4-BE49-F238E27FC236}">
                <a16:creationId xmlns:a16="http://schemas.microsoft.com/office/drawing/2014/main" id="{5A7CD486-0154-432A-9323-B464F13127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676400"/>
            <a:ext cx="36576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3" name="Rectangle 3">
            <a:extLst>
              <a:ext uri="{FF2B5EF4-FFF2-40B4-BE49-F238E27FC236}">
                <a16:creationId xmlns:a16="http://schemas.microsoft.com/office/drawing/2014/main" id="{CFA8901B-BED6-4877-A4B5-08FE3A32734A}"/>
              </a:ext>
            </a:extLst>
          </p:cNvPr>
          <p:cNvSpPr>
            <a:spLocks noGrp="1" noChangeArrowheads="1"/>
          </p:cNvSpPr>
          <p:nvPr>
            <p:ph type="body" idx="1"/>
          </p:nvPr>
        </p:nvSpPr>
        <p:spPr>
          <a:xfrm>
            <a:off x="304800" y="1219200"/>
            <a:ext cx="5029200" cy="5410200"/>
          </a:xfrm>
        </p:spPr>
        <p:txBody>
          <a:bodyPr/>
          <a:lstStyle/>
          <a:p>
            <a:r>
              <a:rPr lang="en-US" altLang="en-US" sz="2000"/>
              <a:t>An inductor obeys the expression</a:t>
            </a:r>
          </a:p>
          <a:p>
            <a:endParaRPr lang="en-US" altLang="en-US" sz="2000"/>
          </a:p>
          <a:p>
            <a:endParaRPr lang="en-US" altLang="en-US" sz="2000"/>
          </a:p>
          <a:p>
            <a:pPr>
              <a:buFontTx/>
              <a:buNone/>
            </a:pPr>
            <a:r>
              <a:rPr lang="en-US" altLang="en-US" sz="2000"/>
              <a:t>	</a:t>
            </a:r>
          </a:p>
          <a:p>
            <a:pPr>
              <a:buFontTx/>
              <a:buNone/>
            </a:pPr>
            <a:r>
              <a:rPr lang="en-US" altLang="en-US" sz="2000"/>
              <a:t>	where </a:t>
            </a:r>
            <a:r>
              <a:rPr lang="en-US" altLang="en-US" sz="2000" i="1"/>
              <a:t>v</a:t>
            </a:r>
            <a:r>
              <a:rPr lang="en-US" altLang="en-US" sz="2000" i="1" baseline="-25000"/>
              <a:t>L</a:t>
            </a:r>
            <a:r>
              <a:rPr lang="en-US" altLang="en-US" sz="2000"/>
              <a:t> is the voltage across the inductor, and </a:t>
            </a:r>
            <a:r>
              <a:rPr lang="en-US" altLang="en-US" sz="2000" i="1"/>
              <a:t>i</a:t>
            </a:r>
            <a:r>
              <a:rPr lang="en-US" altLang="en-US" sz="2000" i="1" baseline="-25000"/>
              <a:t>L</a:t>
            </a:r>
            <a:r>
              <a:rPr lang="en-US" altLang="en-US" sz="2000"/>
              <a:t> is the current through the inductor, and </a:t>
            </a:r>
            <a:r>
              <a:rPr lang="en-US" altLang="en-US" sz="2000" i="1"/>
              <a:t>L</a:t>
            </a:r>
            <a:r>
              <a:rPr lang="en-US" altLang="en-US" sz="2000" i="1" baseline="-25000"/>
              <a:t>X</a:t>
            </a:r>
            <a:r>
              <a:rPr lang="en-US" altLang="en-US" sz="2000"/>
              <a:t> is called the inductance.</a:t>
            </a:r>
          </a:p>
          <a:p>
            <a:r>
              <a:rPr lang="en-US" altLang="en-US" sz="2000"/>
              <a:t>In addition, it works both ways.  If something obeys this expression, we can think of it, and model it, as an inductor.</a:t>
            </a:r>
          </a:p>
          <a:p>
            <a:r>
              <a:rPr lang="en-US" altLang="en-US" sz="2400"/>
              <a:t>The unit ([Henry] or [H]) is named for Joseph Henry, and is equal to a [Volt-second/Ampere].</a:t>
            </a:r>
          </a:p>
        </p:txBody>
      </p:sp>
      <p:sp>
        <p:nvSpPr>
          <p:cNvPr id="445449" name="Rectangle 9">
            <a:extLst>
              <a:ext uri="{FF2B5EF4-FFF2-40B4-BE49-F238E27FC236}">
                <a16:creationId xmlns:a16="http://schemas.microsoft.com/office/drawing/2014/main" id="{C8FB5B40-B1E7-4E0F-B972-B692C96426FF}"/>
              </a:ext>
            </a:extLst>
          </p:cNvPr>
          <p:cNvSpPr>
            <a:spLocks noChangeArrowheads="1"/>
          </p:cNvSpPr>
          <p:nvPr/>
        </p:nvSpPr>
        <p:spPr bwMode="auto">
          <a:xfrm>
            <a:off x="1676400" y="1676400"/>
            <a:ext cx="2057400" cy="990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5442" name="Rectangle 2">
            <a:extLst>
              <a:ext uri="{FF2B5EF4-FFF2-40B4-BE49-F238E27FC236}">
                <a16:creationId xmlns:a16="http://schemas.microsoft.com/office/drawing/2014/main" id="{89B11E49-2A20-4660-A6E3-6382A211BDCD}"/>
              </a:ext>
            </a:extLst>
          </p:cNvPr>
          <p:cNvSpPr>
            <a:spLocks noGrp="1" noChangeArrowheads="1"/>
          </p:cNvSpPr>
          <p:nvPr>
            <p:ph type="title"/>
          </p:nvPr>
        </p:nvSpPr>
        <p:spPr>
          <a:xfrm>
            <a:off x="2438400" y="152400"/>
            <a:ext cx="6553200" cy="609600"/>
          </a:xfrm>
        </p:spPr>
        <p:txBody>
          <a:bodyPr/>
          <a:lstStyle/>
          <a:p>
            <a:r>
              <a:rPr lang="en-US" altLang="en-US" sz="3600"/>
              <a:t>Inductors – Definition and Units</a:t>
            </a:r>
          </a:p>
        </p:txBody>
      </p:sp>
      <p:sp>
        <p:nvSpPr>
          <p:cNvPr id="445444" name="Rectangle 4">
            <a:extLst>
              <a:ext uri="{FF2B5EF4-FFF2-40B4-BE49-F238E27FC236}">
                <a16:creationId xmlns:a16="http://schemas.microsoft.com/office/drawing/2014/main" id="{9E7C12B5-2DFC-4442-8926-EC88B838F06E}"/>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45445" name="Object 5">
            <a:extLst>
              <a:ext uri="{FF2B5EF4-FFF2-40B4-BE49-F238E27FC236}">
                <a16:creationId xmlns:a16="http://schemas.microsoft.com/office/drawing/2014/main" id="{DFCB8DC9-FD67-4643-A7F3-7B534ADE0F9A}"/>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45445" name="Object 5">
                        <a:extLst>
                          <a:ext uri="{FF2B5EF4-FFF2-40B4-BE49-F238E27FC236}">
                            <a16:creationId xmlns:a16="http://schemas.microsoft.com/office/drawing/2014/main" id="{DFCB8DC9-FD67-4643-A7F3-7B534ADE0F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5446" name="Text Box 6">
            <a:extLst>
              <a:ext uri="{FF2B5EF4-FFF2-40B4-BE49-F238E27FC236}">
                <a16:creationId xmlns:a16="http://schemas.microsoft.com/office/drawing/2014/main" id="{A7CA1E88-684D-4A1C-8757-57F5CFA6D080}"/>
              </a:ext>
            </a:extLst>
          </p:cNvPr>
          <p:cNvSpPr txBox="1">
            <a:spLocks noChangeArrowheads="1"/>
          </p:cNvSpPr>
          <p:nvPr/>
        </p:nvSpPr>
        <p:spPr bwMode="auto">
          <a:xfrm>
            <a:off x="5334000" y="4572000"/>
            <a:ext cx="3810000" cy="2024063"/>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en-US" altLang="en-US" sz="1800">
                <a:solidFill>
                  <a:schemeClr val="bg1"/>
                </a:solidFill>
                <a:latin typeface="Arial" panose="020B0604020202020204" pitchFamily="34" charset="0"/>
              </a:rPr>
              <a:t>There is an inductance whenever we have magnetic fields produced, and there are magnetic fields whenever current flows.  However, this inductance is often negligible except when we wind wires in coils to concentrate the effects.</a:t>
            </a:r>
          </a:p>
        </p:txBody>
      </p:sp>
      <p:graphicFrame>
        <p:nvGraphicFramePr>
          <p:cNvPr id="445447" name="Object 7">
            <a:extLst>
              <a:ext uri="{FF2B5EF4-FFF2-40B4-BE49-F238E27FC236}">
                <a16:creationId xmlns:a16="http://schemas.microsoft.com/office/drawing/2014/main" id="{ED331592-A8E4-4D30-A5BC-229974BC298D}"/>
              </a:ext>
            </a:extLst>
          </p:cNvPr>
          <p:cNvGraphicFramePr>
            <a:graphicFrameLocks noChangeAspect="1"/>
          </p:cNvGraphicFramePr>
          <p:nvPr/>
        </p:nvGraphicFramePr>
        <p:xfrm>
          <a:off x="1752600" y="1676400"/>
          <a:ext cx="1912938" cy="1022350"/>
        </p:xfrm>
        <a:graphic>
          <a:graphicData uri="http://schemas.openxmlformats.org/presentationml/2006/ole">
            <mc:AlternateContent xmlns:mc="http://schemas.openxmlformats.org/markup-compatibility/2006">
              <mc:Choice xmlns:v="urn:schemas-microsoft-com:vml" Requires="v">
                <p:oleObj name="Equation" r:id="rId5" imgW="736560" imgH="393480" progId="Equation.DSMT4">
                  <p:embed/>
                </p:oleObj>
              </mc:Choice>
              <mc:Fallback>
                <p:oleObj name="Equation" r:id="rId5" imgW="736560" imgH="393480" progId="Equation.DSMT4">
                  <p:embed/>
                  <p:pic>
                    <p:nvPicPr>
                      <p:cNvPr id="445447" name="Object 7">
                        <a:extLst>
                          <a:ext uri="{FF2B5EF4-FFF2-40B4-BE49-F238E27FC236}">
                            <a16:creationId xmlns:a16="http://schemas.microsoft.com/office/drawing/2014/main" id="{ED331592-A8E4-4D30-A5BC-229974BC29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676400"/>
                        <a:ext cx="1912938"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5448" name="Picture 8">
            <a:extLst>
              <a:ext uri="{FF2B5EF4-FFF2-40B4-BE49-F238E27FC236}">
                <a16:creationId xmlns:a16="http://schemas.microsoft.com/office/drawing/2014/main" id="{C0CBB6D0-5F12-4D43-A716-F2375A141C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7813" y="762000"/>
            <a:ext cx="3786187" cy="3810000"/>
          </a:xfrm>
          <a:prstGeom prst="rect">
            <a:avLst/>
          </a:prstGeom>
          <a:solidFill>
            <a:srgbClr val="66FFFF"/>
          </a:solidFill>
          <a:ln w="12700">
            <a:solidFill>
              <a:srgbClr val="000000"/>
            </a:solid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9" name="Rectangle 11">
            <a:extLst>
              <a:ext uri="{FF2B5EF4-FFF2-40B4-BE49-F238E27FC236}">
                <a16:creationId xmlns:a16="http://schemas.microsoft.com/office/drawing/2014/main" id="{0BD98ECD-F790-475A-9671-709976D405D1}"/>
              </a:ext>
            </a:extLst>
          </p:cNvPr>
          <p:cNvSpPr>
            <a:spLocks noChangeArrowheads="1"/>
          </p:cNvSpPr>
          <p:nvPr/>
        </p:nvSpPr>
        <p:spPr bwMode="auto">
          <a:xfrm>
            <a:off x="5334000" y="5486400"/>
            <a:ext cx="2057400" cy="1219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447490" name="Object 2">
            <a:extLst>
              <a:ext uri="{FF2B5EF4-FFF2-40B4-BE49-F238E27FC236}">
                <a16:creationId xmlns:a16="http://schemas.microsoft.com/office/drawing/2014/main" id="{F76F454A-8614-47B6-9EC3-29F7134FD1E0}"/>
              </a:ext>
            </a:extLst>
          </p:cNvPr>
          <p:cNvGraphicFramePr>
            <a:graphicFrameLocks noChangeAspect="1"/>
          </p:cNvGraphicFramePr>
          <p:nvPr/>
        </p:nvGraphicFramePr>
        <p:xfrm>
          <a:off x="381000" y="4419600"/>
          <a:ext cx="3429000" cy="1593850"/>
        </p:xfrm>
        <a:graphic>
          <a:graphicData uri="http://schemas.openxmlformats.org/presentationml/2006/ole">
            <mc:AlternateContent xmlns:mc="http://schemas.openxmlformats.org/markup-compatibility/2006">
              <mc:Choice xmlns:v="urn:schemas-microsoft-com:vml" Requires="v">
                <p:oleObj name="VISIO" r:id="rId3" imgW="2314440" imgH="1075320" progId="Visio.Drawing.6">
                  <p:embed/>
                </p:oleObj>
              </mc:Choice>
              <mc:Fallback>
                <p:oleObj name="VISIO" r:id="rId3" imgW="2314440" imgH="1075320" progId="Visio.Drawing.6">
                  <p:embed/>
                  <p:pic>
                    <p:nvPicPr>
                      <p:cNvPr id="447490" name="Object 2">
                        <a:extLst>
                          <a:ext uri="{FF2B5EF4-FFF2-40B4-BE49-F238E27FC236}">
                            <a16:creationId xmlns:a16="http://schemas.microsoft.com/office/drawing/2014/main" id="{F76F454A-8614-47B6-9EC3-29F7134FD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419600"/>
                        <a:ext cx="3429000" cy="159385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47491" name="Rectangle 3">
            <a:extLst>
              <a:ext uri="{FF2B5EF4-FFF2-40B4-BE49-F238E27FC236}">
                <a16:creationId xmlns:a16="http://schemas.microsoft.com/office/drawing/2014/main" id="{1016D2CA-6695-4110-BE22-8992A437A753}"/>
              </a:ext>
            </a:extLst>
          </p:cNvPr>
          <p:cNvSpPr>
            <a:spLocks noGrp="1" noChangeArrowheads="1"/>
          </p:cNvSpPr>
          <p:nvPr>
            <p:ph type="title"/>
          </p:nvPr>
        </p:nvSpPr>
        <p:spPr/>
        <p:txBody>
          <a:bodyPr/>
          <a:lstStyle/>
          <a:p>
            <a:r>
              <a:rPr lang="en-US" altLang="en-US" sz="3600"/>
              <a:t>Schematic Symbol for Inductors</a:t>
            </a:r>
          </a:p>
        </p:txBody>
      </p:sp>
      <p:sp>
        <p:nvSpPr>
          <p:cNvPr id="447492" name="Rectangle 4">
            <a:extLst>
              <a:ext uri="{FF2B5EF4-FFF2-40B4-BE49-F238E27FC236}">
                <a16:creationId xmlns:a16="http://schemas.microsoft.com/office/drawing/2014/main" id="{8F5FD96F-C5C5-4642-BC41-F6D9E48F011F}"/>
              </a:ext>
            </a:extLst>
          </p:cNvPr>
          <p:cNvSpPr>
            <a:spLocks noGrp="1" noChangeArrowheads="1"/>
          </p:cNvSpPr>
          <p:nvPr>
            <p:ph type="body" idx="1"/>
          </p:nvPr>
        </p:nvSpPr>
        <p:spPr>
          <a:xfrm>
            <a:off x="304800" y="1752600"/>
            <a:ext cx="8305800" cy="1066800"/>
          </a:xfrm>
        </p:spPr>
        <p:txBody>
          <a:bodyPr/>
          <a:lstStyle/>
          <a:p>
            <a:pPr marL="660400" indent="-660400">
              <a:buFontTx/>
              <a:buNone/>
            </a:pPr>
            <a:r>
              <a:rPr lang="en-US" altLang="en-US"/>
              <a:t>The schematic symbol that we use for inductors is shown here.</a:t>
            </a:r>
          </a:p>
        </p:txBody>
      </p:sp>
      <p:sp>
        <p:nvSpPr>
          <p:cNvPr id="447493" name="Rectangle 5">
            <a:extLst>
              <a:ext uri="{FF2B5EF4-FFF2-40B4-BE49-F238E27FC236}">
                <a16:creationId xmlns:a16="http://schemas.microsoft.com/office/drawing/2014/main" id="{27A4B83C-7177-4577-B86A-0D1F611E1CE6}"/>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47494" name="Object 6">
            <a:extLst>
              <a:ext uri="{FF2B5EF4-FFF2-40B4-BE49-F238E27FC236}">
                <a16:creationId xmlns:a16="http://schemas.microsoft.com/office/drawing/2014/main" id="{2C897E18-E304-4EBD-B44E-AEDFD6354426}"/>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5" imgW="914400" imgH="198720" progId="Equation.DSMT4">
                  <p:embed/>
                </p:oleObj>
              </mc:Choice>
              <mc:Fallback>
                <p:oleObj name="Equation" r:id="rId5" imgW="914400" imgH="198720" progId="Equation.DSMT4">
                  <p:embed/>
                  <p:pic>
                    <p:nvPicPr>
                      <p:cNvPr id="447494" name="Object 6">
                        <a:extLst>
                          <a:ext uri="{FF2B5EF4-FFF2-40B4-BE49-F238E27FC236}">
                            <a16:creationId xmlns:a16="http://schemas.microsoft.com/office/drawing/2014/main" id="{2C897E18-E304-4EBD-B44E-AEDFD63544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7495" name="Rectangle 7">
            <a:extLst>
              <a:ext uri="{FF2B5EF4-FFF2-40B4-BE49-F238E27FC236}">
                <a16:creationId xmlns:a16="http://schemas.microsoft.com/office/drawing/2014/main" id="{7D5AFA9C-322D-4E61-B1E0-0E4B01EB68B4}"/>
              </a:ext>
            </a:extLst>
          </p:cNvPr>
          <p:cNvSpPr>
            <a:spLocks noChangeArrowheads="1"/>
          </p:cNvSpPr>
          <p:nvPr/>
        </p:nvSpPr>
        <p:spPr bwMode="auto">
          <a:xfrm>
            <a:off x="1676400" y="4343400"/>
            <a:ext cx="1524000" cy="609600"/>
          </a:xfrm>
          <a:prstGeom prst="rect">
            <a:avLst/>
          </a:prstGeom>
          <a:noFill/>
          <a:ln w="3810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7496" name="Line 8">
            <a:extLst>
              <a:ext uri="{FF2B5EF4-FFF2-40B4-BE49-F238E27FC236}">
                <a16:creationId xmlns:a16="http://schemas.microsoft.com/office/drawing/2014/main" id="{58B12C85-955E-47D0-8C78-BE8E5E24496D}"/>
              </a:ext>
            </a:extLst>
          </p:cNvPr>
          <p:cNvSpPr>
            <a:spLocks noChangeShapeType="1"/>
          </p:cNvSpPr>
          <p:nvPr/>
        </p:nvSpPr>
        <p:spPr bwMode="auto">
          <a:xfrm flipH="1">
            <a:off x="3048000" y="3276600"/>
            <a:ext cx="838200" cy="1066800"/>
          </a:xfrm>
          <a:prstGeom prst="line">
            <a:avLst/>
          </a:prstGeom>
          <a:noFill/>
          <a:ln w="381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7497" name="Text Box 9">
            <a:extLst>
              <a:ext uri="{FF2B5EF4-FFF2-40B4-BE49-F238E27FC236}">
                <a16:creationId xmlns:a16="http://schemas.microsoft.com/office/drawing/2014/main" id="{09223D1C-8407-4AB4-AB03-C3C73B5F91D6}"/>
              </a:ext>
            </a:extLst>
          </p:cNvPr>
          <p:cNvSpPr txBox="1">
            <a:spLocks noChangeArrowheads="1"/>
          </p:cNvSpPr>
          <p:nvPr/>
        </p:nvSpPr>
        <p:spPr bwMode="auto">
          <a:xfrm>
            <a:off x="3886200" y="2819400"/>
            <a:ext cx="4892675" cy="2686050"/>
          </a:xfrm>
          <a:prstGeom prst="rect">
            <a:avLst/>
          </a:prstGeom>
          <a:solidFill>
            <a:schemeClr val="accent1"/>
          </a:solidFill>
          <a:ln w="38100">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a:latin typeface="Arial" panose="020B0604020202020204" pitchFamily="34" charset="0"/>
              </a:rPr>
              <a:t>This is intended to indicate that the schematic symbol can be labeled either with a variable, like </a:t>
            </a:r>
            <a:r>
              <a:rPr lang="en-US" altLang="en-US" i="1">
                <a:latin typeface="Arial" panose="020B0604020202020204" pitchFamily="34" charset="0"/>
              </a:rPr>
              <a:t>L</a:t>
            </a:r>
            <a:r>
              <a:rPr lang="en-US" altLang="en-US" i="1" baseline="-25000">
                <a:latin typeface="Arial" panose="020B0604020202020204" pitchFamily="34" charset="0"/>
              </a:rPr>
              <a:t>X</a:t>
            </a:r>
            <a:r>
              <a:rPr lang="en-US" altLang="en-US">
                <a:latin typeface="Arial" panose="020B0604020202020204" pitchFamily="34" charset="0"/>
              </a:rPr>
              <a:t>, or a value, with some number, and units.  An example might be 390[mH].  It could also be labeled with both.</a:t>
            </a:r>
          </a:p>
        </p:txBody>
      </p:sp>
      <p:graphicFrame>
        <p:nvGraphicFramePr>
          <p:cNvPr id="447498" name="Object 10">
            <a:extLst>
              <a:ext uri="{FF2B5EF4-FFF2-40B4-BE49-F238E27FC236}">
                <a16:creationId xmlns:a16="http://schemas.microsoft.com/office/drawing/2014/main" id="{909A5761-111E-45C1-B84F-07BDBC3DCF93}"/>
              </a:ext>
            </a:extLst>
          </p:cNvPr>
          <p:cNvGraphicFramePr>
            <a:graphicFrameLocks noChangeAspect="1"/>
          </p:cNvGraphicFramePr>
          <p:nvPr/>
        </p:nvGraphicFramePr>
        <p:xfrm>
          <a:off x="5410200" y="5562600"/>
          <a:ext cx="1909763" cy="1022350"/>
        </p:xfrm>
        <a:graphic>
          <a:graphicData uri="http://schemas.openxmlformats.org/presentationml/2006/ole">
            <mc:AlternateContent xmlns:mc="http://schemas.openxmlformats.org/markup-compatibility/2006">
              <mc:Choice xmlns:v="urn:schemas-microsoft-com:vml" Requires="v">
                <p:oleObj name="Equation" r:id="rId7" imgW="736560" imgH="393480" progId="Equation.DSMT4">
                  <p:embed/>
                </p:oleObj>
              </mc:Choice>
              <mc:Fallback>
                <p:oleObj name="Equation" r:id="rId7" imgW="736560" imgH="393480" progId="Equation.DSMT4">
                  <p:embed/>
                  <p:pic>
                    <p:nvPicPr>
                      <p:cNvPr id="447498" name="Object 10">
                        <a:extLst>
                          <a:ext uri="{FF2B5EF4-FFF2-40B4-BE49-F238E27FC236}">
                            <a16:creationId xmlns:a16="http://schemas.microsoft.com/office/drawing/2014/main" id="{909A5761-111E-45C1-B84F-07BDBC3DCF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10200" y="5562600"/>
                        <a:ext cx="1909763"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2" name="Rectangle 6">
            <a:extLst>
              <a:ext uri="{FF2B5EF4-FFF2-40B4-BE49-F238E27FC236}">
                <a16:creationId xmlns:a16="http://schemas.microsoft.com/office/drawing/2014/main" id="{6A30CE7D-7FD3-4F49-BED9-FB60400C5F81}"/>
              </a:ext>
            </a:extLst>
          </p:cNvPr>
          <p:cNvSpPr>
            <a:spLocks noChangeArrowheads="1"/>
          </p:cNvSpPr>
          <p:nvPr/>
        </p:nvSpPr>
        <p:spPr bwMode="auto">
          <a:xfrm>
            <a:off x="5181600" y="2286000"/>
            <a:ext cx="3962400" cy="2971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49538" name="Rectangle 2">
            <a:extLst>
              <a:ext uri="{FF2B5EF4-FFF2-40B4-BE49-F238E27FC236}">
                <a16:creationId xmlns:a16="http://schemas.microsoft.com/office/drawing/2014/main" id="{59667FB9-DDDB-4D0A-B5A9-F7038A52ABEF}"/>
              </a:ext>
            </a:extLst>
          </p:cNvPr>
          <p:cNvSpPr>
            <a:spLocks noGrp="1" noChangeArrowheads="1"/>
          </p:cNvSpPr>
          <p:nvPr>
            <p:ph type="title"/>
          </p:nvPr>
        </p:nvSpPr>
        <p:spPr>
          <a:xfrm>
            <a:off x="685800" y="381000"/>
            <a:ext cx="7772400" cy="685800"/>
          </a:xfrm>
        </p:spPr>
        <p:txBody>
          <a:bodyPr/>
          <a:lstStyle/>
          <a:p>
            <a:r>
              <a:rPr lang="en-US" altLang="en-US" sz="3200"/>
              <a:t>Inductor Polarities</a:t>
            </a:r>
          </a:p>
        </p:txBody>
      </p:sp>
      <p:sp>
        <p:nvSpPr>
          <p:cNvPr id="449539" name="Rectangle 3">
            <a:extLst>
              <a:ext uri="{FF2B5EF4-FFF2-40B4-BE49-F238E27FC236}">
                <a16:creationId xmlns:a16="http://schemas.microsoft.com/office/drawing/2014/main" id="{0D9EEF56-B004-40F9-A61D-1BC331807666}"/>
              </a:ext>
            </a:extLst>
          </p:cNvPr>
          <p:cNvSpPr>
            <a:spLocks noGrp="1" noChangeArrowheads="1"/>
          </p:cNvSpPr>
          <p:nvPr>
            <p:ph type="body" idx="1"/>
          </p:nvPr>
        </p:nvSpPr>
        <p:spPr>
          <a:xfrm>
            <a:off x="76200" y="1447800"/>
            <a:ext cx="5029200" cy="5029200"/>
          </a:xfrm>
        </p:spPr>
        <p:txBody>
          <a:bodyPr/>
          <a:lstStyle/>
          <a:p>
            <a:pPr marL="609600" indent="-609600">
              <a:lnSpc>
                <a:spcPct val="90000"/>
              </a:lnSpc>
            </a:pPr>
            <a:r>
              <a:rPr lang="en-US" altLang="en-US" sz="2400" dirty="0"/>
              <a:t>Previously, we have emphasized the important of reference polarities of current sources and voltages sources.  There is no corresponding polarity to an inductor.  You can flip it end-for-end, and it will behave the same way.  </a:t>
            </a:r>
          </a:p>
          <a:p>
            <a:pPr marL="609600" indent="-609600">
              <a:lnSpc>
                <a:spcPct val="90000"/>
              </a:lnSpc>
            </a:pPr>
            <a:r>
              <a:rPr lang="en-US" altLang="en-US" sz="2400" dirty="0"/>
              <a:t>However, similar to a resistor, direction matters in one sense;  we need to have defined the voltage and current in the </a:t>
            </a:r>
            <a:r>
              <a:rPr lang="en-US" altLang="en-US" sz="2400" b="1" dirty="0"/>
              <a:t>passive sign relationship </a:t>
            </a:r>
            <a:r>
              <a:rPr lang="en-US" altLang="en-US" sz="2400" dirty="0"/>
              <a:t>to use the defining equation the way we have it here.  </a:t>
            </a:r>
          </a:p>
        </p:txBody>
      </p:sp>
      <p:pic>
        <p:nvPicPr>
          <p:cNvPr id="449540" name="Picture 4">
            <a:extLst>
              <a:ext uri="{FF2B5EF4-FFF2-40B4-BE49-F238E27FC236}">
                <a16:creationId xmlns:a16="http://schemas.microsoft.com/office/drawing/2014/main" id="{ACAEED49-7BB4-4EE7-90E2-A5E3057E5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2362200"/>
            <a:ext cx="3681413" cy="27622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49541" name="Object 5">
            <a:extLst>
              <a:ext uri="{FF2B5EF4-FFF2-40B4-BE49-F238E27FC236}">
                <a16:creationId xmlns:a16="http://schemas.microsoft.com/office/drawing/2014/main" id="{C55DF877-10C2-4B5E-B0BB-7364D9514D53}"/>
              </a:ext>
            </a:extLst>
          </p:cNvPr>
          <p:cNvGraphicFramePr>
            <a:graphicFrameLocks noChangeAspect="1"/>
          </p:cNvGraphicFramePr>
          <p:nvPr/>
        </p:nvGraphicFramePr>
        <p:xfrm>
          <a:off x="5943600" y="5410200"/>
          <a:ext cx="1909763" cy="1022350"/>
        </p:xfrm>
        <a:graphic>
          <a:graphicData uri="http://schemas.openxmlformats.org/presentationml/2006/ole">
            <mc:AlternateContent xmlns:mc="http://schemas.openxmlformats.org/markup-compatibility/2006">
              <mc:Choice xmlns:v="urn:schemas-microsoft-com:vml" Requires="v">
                <p:oleObj name="Equation" r:id="rId4" imgW="736560" imgH="393480" progId="Equation.DSMT4">
                  <p:embed/>
                </p:oleObj>
              </mc:Choice>
              <mc:Fallback>
                <p:oleObj name="Equation" r:id="rId4" imgW="736560" imgH="393480" progId="Equation.DSMT4">
                  <p:embed/>
                  <p:pic>
                    <p:nvPicPr>
                      <p:cNvPr id="449541" name="Object 5">
                        <a:extLst>
                          <a:ext uri="{FF2B5EF4-FFF2-40B4-BE49-F238E27FC236}">
                            <a16:creationId xmlns:a16="http://schemas.microsoft.com/office/drawing/2014/main" id="{C55DF877-10C2-4B5E-B0BB-7364D9514D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3600" y="5410200"/>
                        <a:ext cx="1909763" cy="1022350"/>
                      </a:xfrm>
                      <a:prstGeom prst="rect">
                        <a:avLst/>
                      </a:prstGeom>
                      <a:solidFill>
                        <a:schemeClr val="accent1"/>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a:extLst>
              <a:ext uri="{FF2B5EF4-FFF2-40B4-BE49-F238E27FC236}">
                <a16:creationId xmlns:a16="http://schemas.microsoft.com/office/drawing/2014/main" id="{BFCEDACA-364D-48FC-A159-0DBE282E7F18}"/>
              </a:ext>
            </a:extLst>
          </p:cNvPr>
          <p:cNvSpPr>
            <a:spLocks noChangeArrowheads="1"/>
          </p:cNvSpPr>
          <p:nvPr/>
        </p:nvSpPr>
        <p:spPr bwMode="auto">
          <a:xfrm>
            <a:off x="4724400" y="2971800"/>
            <a:ext cx="3886200" cy="3657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1587" name="Rectangle 3">
            <a:extLst>
              <a:ext uri="{FF2B5EF4-FFF2-40B4-BE49-F238E27FC236}">
                <a16:creationId xmlns:a16="http://schemas.microsoft.com/office/drawing/2014/main" id="{A0BEDF90-58B7-40E3-9517-A5A4FE9879EE}"/>
              </a:ext>
            </a:extLst>
          </p:cNvPr>
          <p:cNvSpPr>
            <a:spLocks noChangeArrowheads="1"/>
          </p:cNvSpPr>
          <p:nvPr/>
        </p:nvSpPr>
        <p:spPr bwMode="auto">
          <a:xfrm>
            <a:off x="228600" y="2971800"/>
            <a:ext cx="3886200" cy="3657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451588" name="Object 4">
            <a:extLst>
              <a:ext uri="{FF2B5EF4-FFF2-40B4-BE49-F238E27FC236}">
                <a16:creationId xmlns:a16="http://schemas.microsoft.com/office/drawing/2014/main" id="{796AA7AB-9520-42C8-B273-D486DED23F0B}"/>
              </a:ext>
            </a:extLst>
          </p:cNvPr>
          <p:cNvGraphicFramePr>
            <a:graphicFrameLocks noChangeAspect="1"/>
          </p:cNvGraphicFramePr>
          <p:nvPr/>
        </p:nvGraphicFramePr>
        <p:xfrm>
          <a:off x="381000" y="3124200"/>
          <a:ext cx="3429000" cy="1593850"/>
        </p:xfrm>
        <a:graphic>
          <a:graphicData uri="http://schemas.openxmlformats.org/presentationml/2006/ole">
            <mc:AlternateContent xmlns:mc="http://schemas.openxmlformats.org/markup-compatibility/2006">
              <mc:Choice xmlns:v="urn:schemas-microsoft-com:vml" Requires="v">
                <p:oleObj name="VISIO" r:id="rId3" imgW="2314440" imgH="1075320" progId="Visio.Drawing.6">
                  <p:embed/>
                </p:oleObj>
              </mc:Choice>
              <mc:Fallback>
                <p:oleObj name="VISIO" r:id="rId3" imgW="2314440" imgH="1075320" progId="Visio.Drawing.6">
                  <p:embed/>
                  <p:pic>
                    <p:nvPicPr>
                      <p:cNvPr id="451588" name="Object 4">
                        <a:extLst>
                          <a:ext uri="{FF2B5EF4-FFF2-40B4-BE49-F238E27FC236}">
                            <a16:creationId xmlns:a16="http://schemas.microsoft.com/office/drawing/2014/main" id="{796AA7AB-9520-42C8-B273-D486DED23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124200"/>
                        <a:ext cx="3429000" cy="159385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1589" name="Rectangle 5">
            <a:extLst>
              <a:ext uri="{FF2B5EF4-FFF2-40B4-BE49-F238E27FC236}">
                <a16:creationId xmlns:a16="http://schemas.microsoft.com/office/drawing/2014/main" id="{710EE5BF-DBF6-4798-B248-B5137AFA0F6A}"/>
              </a:ext>
            </a:extLst>
          </p:cNvPr>
          <p:cNvSpPr>
            <a:spLocks noGrp="1" noChangeArrowheads="1"/>
          </p:cNvSpPr>
          <p:nvPr>
            <p:ph type="title"/>
          </p:nvPr>
        </p:nvSpPr>
        <p:spPr>
          <a:xfrm>
            <a:off x="1219200" y="228600"/>
            <a:ext cx="7772400" cy="1143000"/>
          </a:xfrm>
        </p:spPr>
        <p:txBody>
          <a:bodyPr/>
          <a:lstStyle/>
          <a:p>
            <a:r>
              <a:rPr lang="en-US" altLang="en-US" sz="3600" dirty="0"/>
              <a:t>Passive and Active </a:t>
            </a:r>
            <a:br>
              <a:rPr lang="en-US" altLang="en-US" sz="3600" dirty="0"/>
            </a:br>
            <a:r>
              <a:rPr lang="en-US" altLang="en-US" sz="3600" dirty="0"/>
              <a:t>Sign Relationship for Inductors</a:t>
            </a:r>
          </a:p>
        </p:txBody>
      </p:sp>
      <p:sp>
        <p:nvSpPr>
          <p:cNvPr id="451590" name="Rectangle 6">
            <a:extLst>
              <a:ext uri="{FF2B5EF4-FFF2-40B4-BE49-F238E27FC236}">
                <a16:creationId xmlns:a16="http://schemas.microsoft.com/office/drawing/2014/main" id="{73B31F42-E93D-4200-8083-8BE51EDAD2BA}"/>
              </a:ext>
            </a:extLst>
          </p:cNvPr>
          <p:cNvSpPr>
            <a:spLocks noGrp="1" noChangeArrowheads="1"/>
          </p:cNvSpPr>
          <p:nvPr>
            <p:ph type="body" idx="1"/>
          </p:nvPr>
        </p:nvSpPr>
        <p:spPr>
          <a:xfrm>
            <a:off x="304800" y="1371600"/>
            <a:ext cx="8305800" cy="1066800"/>
          </a:xfrm>
        </p:spPr>
        <p:txBody>
          <a:bodyPr/>
          <a:lstStyle/>
          <a:p>
            <a:pPr marL="660400" indent="-660400">
              <a:lnSpc>
                <a:spcPct val="90000"/>
              </a:lnSpc>
              <a:buFontTx/>
              <a:buNone/>
            </a:pPr>
            <a:r>
              <a:rPr lang="en-US" altLang="en-US" sz="2800" dirty="0"/>
              <a:t>The sign of the equation that we use for inductors depends on whether we have used the passive sign relationship or the active sign relationship.</a:t>
            </a:r>
          </a:p>
        </p:txBody>
      </p:sp>
      <p:sp>
        <p:nvSpPr>
          <p:cNvPr id="451591" name="Rectangle 7">
            <a:extLst>
              <a:ext uri="{FF2B5EF4-FFF2-40B4-BE49-F238E27FC236}">
                <a16:creationId xmlns:a16="http://schemas.microsoft.com/office/drawing/2014/main" id="{6537BAF1-30BD-4C47-A789-5E27ED504988}"/>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51592" name="Object 8">
            <a:extLst>
              <a:ext uri="{FF2B5EF4-FFF2-40B4-BE49-F238E27FC236}">
                <a16:creationId xmlns:a16="http://schemas.microsoft.com/office/drawing/2014/main" id="{682BF9C5-01D8-4A2C-BD54-E6B0E45DAC03}"/>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5" imgW="914400" imgH="198720" progId="Equation.DSMT4">
                  <p:embed/>
                </p:oleObj>
              </mc:Choice>
              <mc:Fallback>
                <p:oleObj name="Equation" r:id="rId5" imgW="914400" imgH="198720" progId="Equation.DSMT4">
                  <p:embed/>
                  <p:pic>
                    <p:nvPicPr>
                      <p:cNvPr id="451592" name="Object 8">
                        <a:extLst>
                          <a:ext uri="{FF2B5EF4-FFF2-40B4-BE49-F238E27FC236}">
                            <a16:creationId xmlns:a16="http://schemas.microsoft.com/office/drawing/2014/main" id="{682BF9C5-01D8-4A2C-BD54-E6B0E45DAC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1593" name="Object 9">
            <a:extLst>
              <a:ext uri="{FF2B5EF4-FFF2-40B4-BE49-F238E27FC236}">
                <a16:creationId xmlns:a16="http://schemas.microsoft.com/office/drawing/2014/main" id="{E24755DA-4821-4DFA-9854-C883426B09AD}"/>
              </a:ext>
            </a:extLst>
          </p:cNvPr>
          <p:cNvGraphicFramePr>
            <a:graphicFrameLocks noChangeAspect="1"/>
          </p:cNvGraphicFramePr>
          <p:nvPr/>
        </p:nvGraphicFramePr>
        <p:xfrm>
          <a:off x="1143000" y="4724400"/>
          <a:ext cx="1909763" cy="1022350"/>
        </p:xfrm>
        <a:graphic>
          <a:graphicData uri="http://schemas.openxmlformats.org/presentationml/2006/ole">
            <mc:AlternateContent xmlns:mc="http://schemas.openxmlformats.org/markup-compatibility/2006">
              <mc:Choice xmlns:v="urn:schemas-microsoft-com:vml" Requires="v">
                <p:oleObj name="Equation" r:id="rId7" imgW="736560" imgH="393480" progId="Equation.DSMT4">
                  <p:embed/>
                </p:oleObj>
              </mc:Choice>
              <mc:Fallback>
                <p:oleObj name="Equation" r:id="rId7" imgW="736560" imgH="393480" progId="Equation.DSMT4">
                  <p:embed/>
                  <p:pic>
                    <p:nvPicPr>
                      <p:cNvPr id="451593" name="Object 9">
                        <a:extLst>
                          <a:ext uri="{FF2B5EF4-FFF2-40B4-BE49-F238E27FC236}">
                            <a16:creationId xmlns:a16="http://schemas.microsoft.com/office/drawing/2014/main" id="{E24755DA-4821-4DFA-9854-C883426B09A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000" y="4724400"/>
                        <a:ext cx="1909763"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594" name="Text Box 10">
            <a:extLst>
              <a:ext uri="{FF2B5EF4-FFF2-40B4-BE49-F238E27FC236}">
                <a16:creationId xmlns:a16="http://schemas.microsoft.com/office/drawing/2014/main" id="{D612D3C2-444F-467B-91BF-00A230E42012}"/>
              </a:ext>
            </a:extLst>
          </p:cNvPr>
          <p:cNvSpPr txBox="1">
            <a:spLocks noChangeArrowheads="1"/>
          </p:cNvSpPr>
          <p:nvPr/>
        </p:nvSpPr>
        <p:spPr bwMode="auto">
          <a:xfrm>
            <a:off x="381000" y="5791200"/>
            <a:ext cx="352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US" dirty="0"/>
              <a:t>Passive Sign Relationship</a:t>
            </a:r>
          </a:p>
        </p:txBody>
      </p:sp>
      <p:graphicFrame>
        <p:nvGraphicFramePr>
          <p:cNvPr id="451595" name="Object 11">
            <a:extLst>
              <a:ext uri="{FF2B5EF4-FFF2-40B4-BE49-F238E27FC236}">
                <a16:creationId xmlns:a16="http://schemas.microsoft.com/office/drawing/2014/main" id="{D8DC1BF8-EE0D-4806-98C8-A41732ABF1CF}"/>
              </a:ext>
            </a:extLst>
          </p:cNvPr>
          <p:cNvGraphicFramePr>
            <a:graphicFrameLocks noChangeAspect="1"/>
          </p:cNvGraphicFramePr>
          <p:nvPr/>
        </p:nvGraphicFramePr>
        <p:xfrm>
          <a:off x="4953000" y="3124200"/>
          <a:ext cx="3429000" cy="1592263"/>
        </p:xfrm>
        <a:graphic>
          <a:graphicData uri="http://schemas.openxmlformats.org/presentationml/2006/ole">
            <mc:AlternateContent xmlns:mc="http://schemas.openxmlformats.org/markup-compatibility/2006">
              <mc:Choice xmlns:v="urn:schemas-microsoft-com:vml" Requires="v">
                <p:oleObj name="VISIO" r:id="rId9" imgW="2314440" imgH="1075320" progId="Visio.Drawing.6">
                  <p:embed/>
                </p:oleObj>
              </mc:Choice>
              <mc:Fallback>
                <p:oleObj name="VISIO" r:id="rId9" imgW="2314440" imgH="1075320" progId="Visio.Drawing.6">
                  <p:embed/>
                  <p:pic>
                    <p:nvPicPr>
                      <p:cNvPr id="451595" name="Object 11">
                        <a:extLst>
                          <a:ext uri="{FF2B5EF4-FFF2-40B4-BE49-F238E27FC236}">
                            <a16:creationId xmlns:a16="http://schemas.microsoft.com/office/drawing/2014/main" id="{D8DC1BF8-EE0D-4806-98C8-A41732ABF1C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53000" y="3124200"/>
                        <a:ext cx="3429000" cy="1592263"/>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1596" name="Object 12">
            <a:extLst>
              <a:ext uri="{FF2B5EF4-FFF2-40B4-BE49-F238E27FC236}">
                <a16:creationId xmlns:a16="http://schemas.microsoft.com/office/drawing/2014/main" id="{791B9058-BEDF-4C55-879B-752BA0D1A5E9}"/>
              </a:ext>
            </a:extLst>
          </p:cNvPr>
          <p:cNvGraphicFramePr>
            <a:graphicFrameLocks noChangeAspect="1"/>
          </p:cNvGraphicFramePr>
          <p:nvPr/>
        </p:nvGraphicFramePr>
        <p:xfrm>
          <a:off x="5676900" y="4724400"/>
          <a:ext cx="2139950" cy="1022350"/>
        </p:xfrm>
        <a:graphic>
          <a:graphicData uri="http://schemas.openxmlformats.org/presentationml/2006/ole">
            <mc:AlternateContent xmlns:mc="http://schemas.openxmlformats.org/markup-compatibility/2006">
              <mc:Choice xmlns:v="urn:schemas-microsoft-com:vml" Requires="v">
                <p:oleObj name="Equation" r:id="rId11" imgW="825480" imgH="393480" progId="Equation.DSMT4">
                  <p:embed/>
                </p:oleObj>
              </mc:Choice>
              <mc:Fallback>
                <p:oleObj name="Equation" r:id="rId11" imgW="825480" imgH="393480" progId="Equation.DSMT4">
                  <p:embed/>
                  <p:pic>
                    <p:nvPicPr>
                      <p:cNvPr id="451596" name="Object 12">
                        <a:extLst>
                          <a:ext uri="{FF2B5EF4-FFF2-40B4-BE49-F238E27FC236}">
                            <a16:creationId xmlns:a16="http://schemas.microsoft.com/office/drawing/2014/main" id="{791B9058-BEDF-4C55-879B-752BA0D1A5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6900" y="4724400"/>
                        <a:ext cx="213995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1597" name="Text Box 13">
            <a:extLst>
              <a:ext uri="{FF2B5EF4-FFF2-40B4-BE49-F238E27FC236}">
                <a16:creationId xmlns:a16="http://schemas.microsoft.com/office/drawing/2014/main" id="{C0F57130-1163-4D59-A182-0167EBEC73E4}"/>
              </a:ext>
            </a:extLst>
          </p:cNvPr>
          <p:cNvSpPr txBox="1">
            <a:spLocks noChangeArrowheads="1"/>
          </p:cNvSpPr>
          <p:nvPr/>
        </p:nvSpPr>
        <p:spPr bwMode="auto">
          <a:xfrm>
            <a:off x="4953000" y="5791200"/>
            <a:ext cx="3521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r>
              <a:rPr lang="en-US" altLang="en-US" dirty="0"/>
              <a:t>Active Sign Relationship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45" name="Rectangle 13">
            <a:extLst>
              <a:ext uri="{FF2B5EF4-FFF2-40B4-BE49-F238E27FC236}">
                <a16:creationId xmlns:a16="http://schemas.microsoft.com/office/drawing/2014/main" id="{52A5682D-9FBF-4BDC-B72B-20B5FCB519B6}"/>
              </a:ext>
            </a:extLst>
          </p:cNvPr>
          <p:cNvSpPr>
            <a:spLocks noChangeArrowheads="1"/>
          </p:cNvSpPr>
          <p:nvPr/>
        </p:nvSpPr>
        <p:spPr bwMode="auto">
          <a:xfrm>
            <a:off x="838200" y="5737225"/>
            <a:ext cx="3733800" cy="112077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3644" name="Rectangle 12">
            <a:extLst>
              <a:ext uri="{FF2B5EF4-FFF2-40B4-BE49-F238E27FC236}">
                <a16:creationId xmlns:a16="http://schemas.microsoft.com/office/drawing/2014/main" id="{1D6670F9-C7E5-4827-BC83-7A96859C5D69}"/>
              </a:ext>
            </a:extLst>
          </p:cNvPr>
          <p:cNvSpPr>
            <a:spLocks noChangeArrowheads="1"/>
          </p:cNvSpPr>
          <p:nvPr/>
        </p:nvSpPr>
        <p:spPr bwMode="auto">
          <a:xfrm>
            <a:off x="1905000" y="3352800"/>
            <a:ext cx="3962400" cy="1066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3643" name="Rectangle 11">
            <a:extLst>
              <a:ext uri="{FF2B5EF4-FFF2-40B4-BE49-F238E27FC236}">
                <a16:creationId xmlns:a16="http://schemas.microsoft.com/office/drawing/2014/main" id="{6334377A-2003-407F-8F0B-E96A46F85D79}"/>
              </a:ext>
            </a:extLst>
          </p:cNvPr>
          <p:cNvSpPr>
            <a:spLocks noChangeArrowheads="1"/>
          </p:cNvSpPr>
          <p:nvPr/>
        </p:nvSpPr>
        <p:spPr bwMode="auto">
          <a:xfrm>
            <a:off x="1600200" y="1600200"/>
            <a:ext cx="1981200" cy="1066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3634" name="Rectangle 2">
            <a:extLst>
              <a:ext uri="{FF2B5EF4-FFF2-40B4-BE49-F238E27FC236}">
                <a16:creationId xmlns:a16="http://schemas.microsoft.com/office/drawing/2014/main" id="{F9B0C743-2ABE-4166-BEC0-7E7FAD2E09DF}"/>
              </a:ext>
            </a:extLst>
          </p:cNvPr>
          <p:cNvSpPr>
            <a:spLocks noGrp="1" noChangeArrowheads="1"/>
          </p:cNvSpPr>
          <p:nvPr>
            <p:ph type="title"/>
          </p:nvPr>
        </p:nvSpPr>
        <p:spPr>
          <a:xfrm>
            <a:off x="2438400" y="152400"/>
            <a:ext cx="6553200" cy="1066800"/>
          </a:xfrm>
        </p:spPr>
        <p:txBody>
          <a:bodyPr/>
          <a:lstStyle/>
          <a:p>
            <a:r>
              <a:rPr lang="en-US" altLang="en-US" sz="3600"/>
              <a:t>Defining Equation, Integral Form, Derivation</a:t>
            </a:r>
          </a:p>
        </p:txBody>
      </p:sp>
      <p:sp>
        <p:nvSpPr>
          <p:cNvPr id="453635" name="Rectangle 3">
            <a:extLst>
              <a:ext uri="{FF2B5EF4-FFF2-40B4-BE49-F238E27FC236}">
                <a16:creationId xmlns:a16="http://schemas.microsoft.com/office/drawing/2014/main" id="{E24D0EB9-5EA7-475C-B469-F19A05CE3A7F}"/>
              </a:ext>
            </a:extLst>
          </p:cNvPr>
          <p:cNvSpPr>
            <a:spLocks noGrp="1" noChangeArrowheads="1"/>
          </p:cNvSpPr>
          <p:nvPr>
            <p:ph type="body" idx="1"/>
          </p:nvPr>
        </p:nvSpPr>
        <p:spPr>
          <a:xfrm>
            <a:off x="152400" y="1219200"/>
            <a:ext cx="8763000" cy="2971800"/>
          </a:xfrm>
        </p:spPr>
        <p:txBody>
          <a:bodyPr/>
          <a:lstStyle/>
          <a:p>
            <a:pPr>
              <a:buFontTx/>
              <a:buNone/>
            </a:pPr>
            <a:r>
              <a:rPr lang="en-US" altLang="en-US" sz="2400" dirty="0"/>
              <a:t>The defining equation for the inductor, </a:t>
            </a:r>
          </a:p>
          <a:p>
            <a:pPr>
              <a:buFontTx/>
              <a:buNone/>
            </a:pPr>
            <a:endParaRPr lang="en-US" altLang="en-US" sz="2400" dirty="0"/>
          </a:p>
          <a:p>
            <a:pPr>
              <a:buFontTx/>
              <a:buNone/>
            </a:pPr>
            <a:r>
              <a:rPr lang="en-US" altLang="en-US" sz="2400" dirty="0"/>
              <a:t>	</a:t>
            </a:r>
          </a:p>
          <a:p>
            <a:pPr>
              <a:buFontTx/>
              <a:buNone/>
            </a:pPr>
            <a:r>
              <a:rPr lang="en-US" altLang="en-US" sz="2400" dirty="0"/>
              <a:t>	can be rewritten in another way.  If we want to express the current in terms of the voltage, we can integrate both sides.  We get</a:t>
            </a:r>
          </a:p>
        </p:txBody>
      </p:sp>
      <p:sp>
        <p:nvSpPr>
          <p:cNvPr id="453636" name="Rectangle 4">
            <a:extLst>
              <a:ext uri="{FF2B5EF4-FFF2-40B4-BE49-F238E27FC236}">
                <a16:creationId xmlns:a16="http://schemas.microsoft.com/office/drawing/2014/main" id="{AC6DAB43-B34B-4C00-8E96-3B0EE4F82F7D}"/>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53637" name="Object 5">
            <a:extLst>
              <a:ext uri="{FF2B5EF4-FFF2-40B4-BE49-F238E27FC236}">
                <a16:creationId xmlns:a16="http://schemas.microsoft.com/office/drawing/2014/main" id="{0A2D6E7F-9D66-457E-A3E8-724C13A0BCE5}"/>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53637" name="Object 5">
                        <a:extLst>
                          <a:ext uri="{FF2B5EF4-FFF2-40B4-BE49-F238E27FC236}">
                            <a16:creationId xmlns:a16="http://schemas.microsoft.com/office/drawing/2014/main" id="{0A2D6E7F-9D66-457E-A3E8-724C13A0BC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38" name="Object 6">
            <a:extLst>
              <a:ext uri="{FF2B5EF4-FFF2-40B4-BE49-F238E27FC236}">
                <a16:creationId xmlns:a16="http://schemas.microsoft.com/office/drawing/2014/main" id="{E6835C0D-3F3D-473D-8F00-D1AC4A3384CA}"/>
              </a:ext>
            </a:extLst>
          </p:cNvPr>
          <p:cNvGraphicFramePr>
            <a:graphicFrameLocks noChangeAspect="1"/>
          </p:cNvGraphicFramePr>
          <p:nvPr/>
        </p:nvGraphicFramePr>
        <p:xfrm>
          <a:off x="1600200" y="1600200"/>
          <a:ext cx="1912938" cy="1022350"/>
        </p:xfrm>
        <a:graphic>
          <a:graphicData uri="http://schemas.openxmlformats.org/presentationml/2006/ole">
            <mc:AlternateContent xmlns:mc="http://schemas.openxmlformats.org/markup-compatibility/2006">
              <mc:Choice xmlns:v="urn:schemas-microsoft-com:vml" Requires="v">
                <p:oleObj name="Equation" r:id="rId5" imgW="736560" imgH="393480" progId="Equation.DSMT4">
                  <p:embed/>
                </p:oleObj>
              </mc:Choice>
              <mc:Fallback>
                <p:oleObj name="Equation" r:id="rId5" imgW="736560" imgH="393480" progId="Equation.DSMT4">
                  <p:embed/>
                  <p:pic>
                    <p:nvPicPr>
                      <p:cNvPr id="453638" name="Object 6">
                        <a:extLst>
                          <a:ext uri="{FF2B5EF4-FFF2-40B4-BE49-F238E27FC236}">
                            <a16:creationId xmlns:a16="http://schemas.microsoft.com/office/drawing/2014/main" id="{E6835C0D-3F3D-473D-8F00-D1AC4A3384C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1600200"/>
                        <a:ext cx="1912938"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3639" name="Object 7">
            <a:extLst>
              <a:ext uri="{FF2B5EF4-FFF2-40B4-BE49-F238E27FC236}">
                <a16:creationId xmlns:a16="http://schemas.microsoft.com/office/drawing/2014/main" id="{FE875235-7257-42D2-9579-F1D975A8A49B}"/>
              </a:ext>
            </a:extLst>
          </p:cNvPr>
          <p:cNvGraphicFramePr>
            <a:graphicFrameLocks noChangeAspect="1"/>
          </p:cNvGraphicFramePr>
          <p:nvPr/>
        </p:nvGraphicFramePr>
        <p:xfrm>
          <a:off x="1981200" y="3352800"/>
          <a:ext cx="3857625" cy="1022350"/>
        </p:xfrm>
        <a:graphic>
          <a:graphicData uri="http://schemas.openxmlformats.org/presentationml/2006/ole">
            <mc:AlternateContent xmlns:mc="http://schemas.openxmlformats.org/markup-compatibility/2006">
              <mc:Choice xmlns:v="urn:schemas-microsoft-com:vml" Requires="v">
                <p:oleObj name="Equation" r:id="rId7" imgW="1485720" imgH="393480" progId="Equation.DSMT4">
                  <p:embed/>
                </p:oleObj>
              </mc:Choice>
              <mc:Fallback>
                <p:oleObj name="Equation" r:id="rId7" imgW="1485720" imgH="393480" progId="Equation.DSMT4">
                  <p:embed/>
                  <p:pic>
                    <p:nvPicPr>
                      <p:cNvPr id="453639" name="Object 7">
                        <a:extLst>
                          <a:ext uri="{FF2B5EF4-FFF2-40B4-BE49-F238E27FC236}">
                            <a16:creationId xmlns:a16="http://schemas.microsoft.com/office/drawing/2014/main" id="{FE875235-7257-42D2-9579-F1D975A8A4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0" y="3352800"/>
                        <a:ext cx="3857625"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40" name="Rectangle 8">
            <a:extLst>
              <a:ext uri="{FF2B5EF4-FFF2-40B4-BE49-F238E27FC236}">
                <a16:creationId xmlns:a16="http://schemas.microsoft.com/office/drawing/2014/main" id="{8BC1ECE8-79BE-48CB-BD89-068FE2D6DBB3}"/>
              </a:ext>
            </a:extLst>
          </p:cNvPr>
          <p:cNvSpPr>
            <a:spLocks noChangeArrowheads="1"/>
          </p:cNvSpPr>
          <p:nvPr/>
        </p:nvSpPr>
        <p:spPr bwMode="auto">
          <a:xfrm>
            <a:off x="152400" y="4419600"/>
            <a:ext cx="88392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2000" dirty="0">
                <a:latin typeface="Arial" panose="020B0604020202020204" pitchFamily="34" charset="0"/>
              </a:rPr>
              <a:t>We pick </a:t>
            </a:r>
            <a:r>
              <a:rPr lang="en-US" altLang="en-US" sz="2000" i="1" dirty="0">
                <a:latin typeface="Arial" panose="020B0604020202020204" pitchFamily="34" charset="0"/>
              </a:rPr>
              <a:t>t</a:t>
            </a:r>
            <a:r>
              <a:rPr lang="en-US" altLang="en-US" sz="2000" i="1" baseline="-25000" dirty="0">
                <a:latin typeface="Arial" panose="020B0604020202020204" pitchFamily="34" charset="0"/>
              </a:rPr>
              <a:t>0</a:t>
            </a:r>
            <a:r>
              <a:rPr lang="en-US" altLang="en-US" sz="2000" dirty="0">
                <a:latin typeface="Arial" panose="020B0604020202020204" pitchFamily="34" charset="0"/>
              </a:rPr>
              <a:t> and </a:t>
            </a:r>
            <a:r>
              <a:rPr lang="en-US" altLang="en-US" sz="2000" i="1" dirty="0">
                <a:latin typeface="Arial" panose="020B0604020202020204" pitchFamily="34" charset="0"/>
              </a:rPr>
              <a:t>t</a:t>
            </a:r>
            <a:r>
              <a:rPr lang="en-US" altLang="en-US" sz="2000" dirty="0">
                <a:latin typeface="Arial" panose="020B0604020202020204" pitchFamily="34" charset="0"/>
              </a:rPr>
              <a:t> for limits of the integral, where </a:t>
            </a:r>
            <a:r>
              <a:rPr lang="en-US" altLang="en-US" sz="2000" i="1" dirty="0">
                <a:latin typeface="Arial" panose="020B0604020202020204" pitchFamily="34" charset="0"/>
              </a:rPr>
              <a:t>t</a:t>
            </a:r>
            <a:r>
              <a:rPr lang="en-US" altLang="en-US" sz="2000" dirty="0">
                <a:latin typeface="Arial" panose="020B0604020202020204" pitchFamily="34" charset="0"/>
              </a:rPr>
              <a:t> is time, and </a:t>
            </a:r>
            <a:r>
              <a:rPr lang="en-US" altLang="en-US" sz="2000" i="1" dirty="0">
                <a:latin typeface="Arial" panose="020B0604020202020204" pitchFamily="34" charset="0"/>
              </a:rPr>
              <a:t>t</a:t>
            </a:r>
            <a:r>
              <a:rPr lang="en-US" altLang="en-US" sz="2000" i="1" baseline="-25000" dirty="0">
                <a:latin typeface="Arial" panose="020B0604020202020204" pitchFamily="34" charset="0"/>
              </a:rPr>
              <a:t>0</a:t>
            </a:r>
            <a:r>
              <a:rPr lang="en-US" altLang="en-US" sz="2000" dirty="0">
                <a:latin typeface="Arial" panose="020B0604020202020204" pitchFamily="34" charset="0"/>
              </a:rPr>
              <a:t> is an arbitrary time value, often zero.  The inductance, </a:t>
            </a:r>
            <a:r>
              <a:rPr lang="en-US" altLang="en-US" sz="2000" i="1" dirty="0">
                <a:latin typeface="Arial" panose="020B0604020202020204" pitchFamily="34" charset="0"/>
              </a:rPr>
              <a:t>L</a:t>
            </a:r>
            <a:r>
              <a:rPr lang="en-US" altLang="en-US" sz="2000" i="1" baseline="-25000" dirty="0">
                <a:latin typeface="Arial" panose="020B0604020202020204" pitchFamily="34" charset="0"/>
              </a:rPr>
              <a:t>X</a:t>
            </a:r>
            <a:r>
              <a:rPr lang="en-US" altLang="en-US" sz="2000" dirty="0">
                <a:latin typeface="Arial" panose="020B0604020202020204" pitchFamily="34" charset="0"/>
              </a:rPr>
              <a:t>, is constant, and can be taken out of the integral.  To avoid confusion, we introduce the dummy variable </a:t>
            </a:r>
            <a:r>
              <a:rPr lang="en-US" altLang="en-US" sz="2000" i="1" dirty="0">
                <a:latin typeface="Arial" panose="020B0604020202020204" pitchFamily="34" charset="0"/>
              </a:rPr>
              <a:t>s</a:t>
            </a:r>
            <a:r>
              <a:rPr lang="en-US" altLang="en-US" sz="2000" dirty="0">
                <a:latin typeface="Arial" panose="020B0604020202020204" pitchFamily="34" charset="0"/>
              </a:rPr>
              <a:t> in the integral.  We get </a:t>
            </a:r>
          </a:p>
        </p:txBody>
      </p:sp>
      <p:graphicFrame>
        <p:nvGraphicFramePr>
          <p:cNvPr id="453641" name="Object 9">
            <a:extLst>
              <a:ext uri="{FF2B5EF4-FFF2-40B4-BE49-F238E27FC236}">
                <a16:creationId xmlns:a16="http://schemas.microsoft.com/office/drawing/2014/main" id="{29784670-DA20-48C2-9708-54252FB47A99}"/>
              </a:ext>
            </a:extLst>
          </p:cNvPr>
          <p:cNvGraphicFramePr>
            <a:graphicFrameLocks noChangeAspect="1"/>
          </p:cNvGraphicFramePr>
          <p:nvPr>
            <p:extLst>
              <p:ext uri="{D42A27DB-BD31-4B8C-83A1-F6EECF244321}">
                <p14:modId xmlns:p14="http://schemas.microsoft.com/office/powerpoint/2010/main" val="305807595"/>
              </p:ext>
            </p:extLst>
          </p:nvPr>
        </p:nvGraphicFramePr>
        <p:xfrm>
          <a:off x="914400" y="5737225"/>
          <a:ext cx="3560762" cy="1120775"/>
        </p:xfrm>
        <a:graphic>
          <a:graphicData uri="http://schemas.openxmlformats.org/presentationml/2006/ole">
            <mc:AlternateContent xmlns:mc="http://schemas.openxmlformats.org/markup-compatibility/2006">
              <mc:Choice xmlns:v="urn:schemas-microsoft-com:vml" Requires="v">
                <p:oleObj name="Equation" r:id="rId9" imgW="1371600" imgH="431640" progId="Equation.DSMT4">
                  <p:embed/>
                </p:oleObj>
              </mc:Choice>
              <mc:Fallback>
                <p:oleObj name="Equation" r:id="rId9" imgW="1371600" imgH="431640" progId="Equation.DSMT4">
                  <p:embed/>
                  <p:pic>
                    <p:nvPicPr>
                      <p:cNvPr id="453641" name="Object 9">
                        <a:extLst>
                          <a:ext uri="{FF2B5EF4-FFF2-40B4-BE49-F238E27FC236}">
                            <a16:creationId xmlns:a16="http://schemas.microsoft.com/office/drawing/2014/main" id="{29784670-DA20-48C2-9708-54252FB47A9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5737225"/>
                        <a:ext cx="3560762"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42" name="Rectangle 10">
            <a:extLst>
              <a:ext uri="{FF2B5EF4-FFF2-40B4-BE49-F238E27FC236}">
                <a16:creationId xmlns:a16="http://schemas.microsoft.com/office/drawing/2014/main" id="{DB947E64-699F-488C-A0F6-5529CC26E71F}"/>
              </a:ext>
            </a:extLst>
          </p:cNvPr>
          <p:cNvSpPr>
            <a:spLocks noChangeArrowheads="1"/>
          </p:cNvSpPr>
          <p:nvPr/>
        </p:nvSpPr>
        <p:spPr bwMode="auto">
          <a:xfrm>
            <a:off x="4953000" y="5943600"/>
            <a:ext cx="403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dirty="0">
                <a:latin typeface="Arial" panose="020B0604020202020204" pitchFamily="34" charset="0"/>
              </a:rPr>
              <a:t>We finish the derivation in the next slide.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93" name="Rectangle 13">
            <a:extLst>
              <a:ext uri="{FF2B5EF4-FFF2-40B4-BE49-F238E27FC236}">
                <a16:creationId xmlns:a16="http://schemas.microsoft.com/office/drawing/2014/main" id="{5314D44B-E0D9-4BBD-82FA-5FDD50FC4D32}"/>
              </a:ext>
            </a:extLst>
          </p:cNvPr>
          <p:cNvSpPr>
            <a:spLocks noChangeArrowheads="1"/>
          </p:cNvSpPr>
          <p:nvPr/>
        </p:nvSpPr>
        <p:spPr bwMode="auto">
          <a:xfrm>
            <a:off x="3581400" y="2819400"/>
            <a:ext cx="4724400" cy="1219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5683" name="Rectangle 3">
            <a:extLst>
              <a:ext uri="{FF2B5EF4-FFF2-40B4-BE49-F238E27FC236}">
                <a16:creationId xmlns:a16="http://schemas.microsoft.com/office/drawing/2014/main" id="{0716B3A0-7D60-4C77-9BD9-9114FBE91127}"/>
              </a:ext>
            </a:extLst>
          </p:cNvPr>
          <p:cNvSpPr>
            <a:spLocks noGrp="1" noChangeArrowheads="1"/>
          </p:cNvSpPr>
          <p:nvPr>
            <p:ph type="body" idx="1"/>
          </p:nvPr>
        </p:nvSpPr>
        <p:spPr>
          <a:xfrm>
            <a:off x="228600" y="2438400"/>
            <a:ext cx="8763000" cy="2209800"/>
          </a:xfrm>
        </p:spPr>
        <p:txBody>
          <a:bodyPr/>
          <a:lstStyle/>
          <a:p>
            <a:pPr>
              <a:lnSpc>
                <a:spcPct val="90000"/>
              </a:lnSpc>
              <a:buFontTx/>
              <a:buNone/>
            </a:pPr>
            <a:r>
              <a:rPr lang="en-US" altLang="en-US" sz="2000"/>
              <a:t>We can take this equation and perform the integral on the right hand side.  When we do this we get</a:t>
            </a:r>
          </a:p>
          <a:p>
            <a:pPr>
              <a:lnSpc>
                <a:spcPct val="90000"/>
              </a:lnSpc>
              <a:buFontTx/>
              <a:buNone/>
            </a:pPr>
            <a:endParaRPr lang="en-US" altLang="en-US" sz="2000"/>
          </a:p>
          <a:p>
            <a:pPr>
              <a:lnSpc>
                <a:spcPct val="90000"/>
              </a:lnSpc>
              <a:buFontTx/>
              <a:buNone/>
            </a:pPr>
            <a:endParaRPr lang="en-US" altLang="en-US" sz="2000"/>
          </a:p>
          <a:p>
            <a:pPr>
              <a:lnSpc>
                <a:spcPct val="90000"/>
              </a:lnSpc>
              <a:buFontTx/>
              <a:buNone/>
            </a:pPr>
            <a:endParaRPr lang="en-US" altLang="en-US" sz="2000"/>
          </a:p>
          <a:p>
            <a:pPr>
              <a:lnSpc>
                <a:spcPct val="90000"/>
              </a:lnSpc>
              <a:buFontTx/>
              <a:buNone/>
            </a:pPr>
            <a:r>
              <a:rPr lang="en-US" altLang="en-US" sz="2000"/>
              <a:t>Thus, we can solve for </a:t>
            </a:r>
            <a:r>
              <a:rPr lang="en-US" altLang="en-US" sz="2000" i="1"/>
              <a:t>i</a:t>
            </a:r>
            <a:r>
              <a:rPr lang="en-US" altLang="en-US" sz="2000" i="1" baseline="-25000"/>
              <a:t>L</a:t>
            </a:r>
            <a:r>
              <a:rPr lang="en-US" altLang="en-US" sz="2000" i="1"/>
              <a:t>(t)</a:t>
            </a:r>
            <a:r>
              <a:rPr lang="en-US" altLang="en-US" sz="2000"/>
              <a:t>, and we have two defining equations for the inductor, </a:t>
            </a:r>
          </a:p>
        </p:txBody>
      </p:sp>
      <p:sp>
        <p:nvSpPr>
          <p:cNvPr id="455692" name="Rectangle 12">
            <a:extLst>
              <a:ext uri="{FF2B5EF4-FFF2-40B4-BE49-F238E27FC236}">
                <a16:creationId xmlns:a16="http://schemas.microsoft.com/office/drawing/2014/main" id="{2405DA0E-D0AD-496F-87F9-5A6E7B585F7C}"/>
              </a:ext>
            </a:extLst>
          </p:cNvPr>
          <p:cNvSpPr>
            <a:spLocks noChangeArrowheads="1"/>
          </p:cNvSpPr>
          <p:nvPr/>
        </p:nvSpPr>
        <p:spPr bwMode="auto">
          <a:xfrm>
            <a:off x="533400" y="1143000"/>
            <a:ext cx="3733800" cy="1219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5682" name="Rectangle 2">
            <a:extLst>
              <a:ext uri="{FF2B5EF4-FFF2-40B4-BE49-F238E27FC236}">
                <a16:creationId xmlns:a16="http://schemas.microsoft.com/office/drawing/2014/main" id="{0A9B13E5-74A8-48D2-9BCD-6088AA6FC833}"/>
              </a:ext>
            </a:extLst>
          </p:cNvPr>
          <p:cNvSpPr>
            <a:spLocks noGrp="1" noChangeArrowheads="1"/>
          </p:cNvSpPr>
          <p:nvPr>
            <p:ph type="title"/>
          </p:nvPr>
        </p:nvSpPr>
        <p:spPr>
          <a:xfrm>
            <a:off x="2438400" y="152400"/>
            <a:ext cx="6553200" cy="1066800"/>
          </a:xfrm>
        </p:spPr>
        <p:txBody>
          <a:bodyPr/>
          <a:lstStyle/>
          <a:p>
            <a:r>
              <a:rPr lang="en-US" altLang="en-US" sz="3600"/>
              <a:t>Defining Equations for Inductors</a:t>
            </a:r>
          </a:p>
        </p:txBody>
      </p:sp>
      <p:sp>
        <p:nvSpPr>
          <p:cNvPr id="455684" name="Rectangle 4">
            <a:extLst>
              <a:ext uri="{FF2B5EF4-FFF2-40B4-BE49-F238E27FC236}">
                <a16:creationId xmlns:a16="http://schemas.microsoft.com/office/drawing/2014/main" id="{975F8716-9554-427B-9468-B487AA547F99}"/>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55685" name="Object 5">
            <a:extLst>
              <a:ext uri="{FF2B5EF4-FFF2-40B4-BE49-F238E27FC236}">
                <a16:creationId xmlns:a16="http://schemas.microsoft.com/office/drawing/2014/main" id="{6F7F00D5-824F-4ADC-B3ED-669583029FB4}"/>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55685" name="Object 5">
                        <a:extLst>
                          <a:ext uri="{FF2B5EF4-FFF2-40B4-BE49-F238E27FC236}">
                            <a16:creationId xmlns:a16="http://schemas.microsoft.com/office/drawing/2014/main" id="{6F7F00D5-824F-4ADC-B3ED-669583029F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5686" name="Object 6">
            <a:extLst>
              <a:ext uri="{FF2B5EF4-FFF2-40B4-BE49-F238E27FC236}">
                <a16:creationId xmlns:a16="http://schemas.microsoft.com/office/drawing/2014/main" id="{E6A90D00-1AA3-4057-9C05-E3BDAC403E7F}"/>
              </a:ext>
            </a:extLst>
          </p:cNvPr>
          <p:cNvGraphicFramePr>
            <a:graphicFrameLocks noChangeAspect="1"/>
          </p:cNvGraphicFramePr>
          <p:nvPr/>
        </p:nvGraphicFramePr>
        <p:xfrm>
          <a:off x="6324600" y="4800600"/>
          <a:ext cx="2011363" cy="1022350"/>
        </p:xfrm>
        <a:graphic>
          <a:graphicData uri="http://schemas.openxmlformats.org/presentationml/2006/ole">
            <mc:AlternateContent xmlns:mc="http://schemas.openxmlformats.org/markup-compatibility/2006">
              <mc:Choice xmlns:v="urn:schemas-microsoft-com:vml" Requires="v">
                <p:oleObj name="Equation" r:id="rId5" imgW="774360" imgH="393480" progId="Equation.DSMT4">
                  <p:embed/>
                </p:oleObj>
              </mc:Choice>
              <mc:Fallback>
                <p:oleObj name="Equation" r:id="rId5" imgW="774360" imgH="393480" progId="Equation.DSMT4">
                  <p:embed/>
                  <p:pic>
                    <p:nvPicPr>
                      <p:cNvPr id="455686" name="Object 6">
                        <a:extLst>
                          <a:ext uri="{FF2B5EF4-FFF2-40B4-BE49-F238E27FC236}">
                            <a16:creationId xmlns:a16="http://schemas.microsoft.com/office/drawing/2014/main" id="{E6A90D00-1AA3-4057-9C05-E3BDAC403E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4800600"/>
                        <a:ext cx="2011363" cy="1022350"/>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5687" name="Object 7">
            <a:extLst>
              <a:ext uri="{FF2B5EF4-FFF2-40B4-BE49-F238E27FC236}">
                <a16:creationId xmlns:a16="http://schemas.microsoft.com/office/drawing/2014/main" id="{5D616C22-75F1-4696-8B92-F40BC57DE231}"/>
              </a:ext>
            </a:extLst>
          </p:cNvPr>
          <p:cNvGraphicFramePr>
            <a:graphicFrameLocks noChangeAspect="1"/>
          </p:cNvGraphicFramePr>
          <p:nvPr/>
        </p:nvGraphicFramePr>
        <p:xfrm>
          <a:off x="381000" y="4800600"/>
          <a:ext cx="4549775" cy="1120775"/>
        </p:xfrm>
        <a:graphic>
          <a:graphicData uri="http://schemas.openxmlformats.org/presentationml/2006/ole">
            <mc:AlternateContent xmlns:mc="http://schemas.openxmlformats.org/markup-compatibility/2006">
              <mc:Choice xmlns:v="urn:schemas-microsoft-com:vml" Requires="v">
                <p:oleObj name="Equation" r:id="rId7" imgW="1752480" imgH="431640" progId="Equation.DSMT4">
                  <p:embed/>
                </p:oleObj>
              </mc:Choice>
              <mc:Fallback>
                <p:oleObj name="Equation" r:id="rId7" imgW="1752480" imgH="431640" progId="Equation.DSMT4">
                  <p:embed/>
                  <p:pic>
                    <p:nvPicPr>
                      <p:cNvPr id="455687" name="Object 7">
                        <a:extLst>
                          <a:ext uri="{FF2B5EF4-FFF2-40B4-BE49-F238E27FC236}">
                            <a16:creationId xmlns:a16="http://schemas.microsoft.com/office/drawing/2014/main" id="{5D616C22-75F1-4696-8B92-F40BC57DE2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4800600"/>
                        <a:ext cx="4549775" cy="1120775"/>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688" name="Rectangle 8">
            <a:extLst>
              <a:ext uri="{FF2B5EF4-FFF2-40B4-BE49-F238E27FC236}">
                <a16:creationId xmlns:a16="http://schemas.microsoft.com/office/drawing/2014/main" id="{6B27F622-F187-4FD3-BFA0-C20AD87C3B55}"/>
              </a:ext>
            </a:extLst>
          </p:cNvPr>
          <p:cNvSpPr>
            <a:spLocks noChangeArrowheads="1"/>
          </p:cNvSpPr>
          <p:nvPr/>
        </p:nvSpPr>
        <p:spPr bwMode="auto">
          <a:xfrm>
            <a:off x="5410200" y="50292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a:t>and</a:t>
            </a:r>
          </a:p>
        </p:txBody>
      </p:sp>
      <p:graphicFrame>
        <p:nvGraphicFramePr>
          <p:cNvPr id="455689" name="Object 9">
            <a:extLst>
              <a:ext uri="{FF2B5EF4-FFF2-40B4-BE49-F238E27FC236}">
                <a16:creationId xmlns:a16="http://schemas.microsoft.com/office/drawing/2014/main" id="{70F4A3BB-E192-46B3-B794-14AFA5C22A8B}"/>
              </a:ext>
            </a:extLst>
          </p:cNvPr>
          <p:cNvGraphicFramePr>
            <a:graphicFrameLocks noChangeAspect="1"/>
          </p:cNvGraphicFramePr>
          <p:nvPr/>
        </p:nvGraphicFramePr>
        <p:xfrm>
          <a:off x="609600" y="1219200"/>
          <a:ext cx="3560763" cy="1120775"/>
        </p:xfrm>
        <a:graphic>
          <a:graphicData uri="http://schemas.openxmlformats.org/presentationml/2006/ole">
            <mc:AlternateContent xmlns:mc="http://schemas.openxmlformats.org/markup-compatibility/2006">
              <mc:Choice xmlns:v="urn:schemas-microsoft-com:vml" Requires="v">
                <p:oleObj name="Equation" r:id="rId9" imgW="1371600" imgH="431640" progId="Equation.DSMT4">
                  <p:embed/>
                </p:oleObj>
              </mc:Choice>
              <mc:Fallback>
                <p:oleObj name="Equation" r:id="rId9" imgW="1371600" imgH="431640" progId="Equation.DSMT4">
                  <p:embed/>
                  <p:pic>
                    <p:nvPicPr>
                      <p:cNvPr id="455689" name="Object 9">
                        <a:extLst>
                          <a:ext uri="{FF2B5EF4-FFF2-40B4-BE49-F238E27FC236}">
                            <a16:creationId xmlns:a16="http://schemas.microsoft.com/office/drawing/2014/main" id="{70F4A3BB-E192-46B3-B794-14AFA5C22A8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600" y="1219200"/>
                        <a:ext cx="3560763"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5690" name="Object 10">
            <a:extLst>
              <a:ext uri="{FF2B5EF4-FFF2-40B4-BE49-F238E27FC236}">
                <a16:creationId xmlns:a16="http://schemas.microsoft.com/office/drawing/2014/main" id="{207EB041-9616-450E-AB21-6D3801AA21B5}"/>
              </a:ext>
            </a:extLst>
          </p:cNvPr>
          <p:cNvGraphicFramePr>
            <a:graphicFrameLocks noChangeAspect="1"/>
          </p:cNvGraphicFramePr>
          <p:nvPr/>
        </p:nvGraphicFramePr>
        <p:xfrm>
          <a:off x="3657600" y="2895600"/>
          <a:ext cx="4549775" cy="1120775"/>
        </p:xfrm>
        <a:graphic>
          <a:graphicData uri="http://schemas.openxmlformats.org/presentationml/2006/ole">
            <mc:AlternateContent xmlns:mc="http://schemas.openxmlformats.org/markup-compatibility/2006">
              <mc:Choice xmlns:v="urn:schemas-microsoft-com:vml" Requires="v">
                <p:oleObj name="Equation" r:id="rId11" imgW="1752480" imgH="431640" progId="Equation.DSMT4">
                  <p:embed/>
                </p:oleObj>
              </mc:Choice>
              <mc:Fallback>
                <p:oleObj name="Equation" r:id="rId11" imgW="1752480" imgH="431640" progId="Equation.DSMT4">
                  <p:embed/>
                  <p:pic>
                    <p:nvPicPr>
                      <p:cNvPr id="455690" name="Object 10">
                        <a:extLst>
                          <a:ext uri="{FF2B5EF4-FFF2-40B4-BE49-F238E27FC236}">
                            <a16:creationId xmlns:a16="http://schemas.microsoft.com/office/drawing/2014/main" id="{207EB041-9616-450E-AB21-6D3801AA21B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7600" y="2895600"/>
                        <a:ext cx="4549775" cy="1120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691" name="Rectangle 11">
            <a:extLst>
              <a:ext uri="{FF2B5EF4-FFF2-40B4-BE49-F238E27FC236}">
                <a16:creationId xmlns:a16="http://schemas.microsoft.com/office/drawing/2014/main" id="{A029C444-053E-4642-A0E7-942749265548}"/>
              </a:ext>
            </a:extLst>
          </p:cNvPr>
          <p:cNvSpPr>
            <a:spLocks noChangeArrowheads="1"/>
          </p:cNvSpPr>
          <p:nvPr/>
        </p:nvSpPr>
        <p:spPr bwMode="auto">
          <a:xfrm>
            <a:off x="381000" y="6019800"/>
            <a:ext cx="8458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2000" dirty="0">
                <a:latin typeface="Arial" panose="020B0604020202020204" pitchFamily="34" charset="0"/>
              </a:rPr>
              <a:t>Remember that both of these are defined for the passive sign relationship for </a:t>
            </a:r>
            <a:r>
              <a:rPr lang="en-US" altLang="en-US" sz="2000" i="1" dirty="0" err="1">
                <a:cs typeface="Times New Roman" panose="02020603050405020304" pitchFamily="18" charset="0"/>
              </a:rPr>
              <a:t>i</a:t>
            </a:r>
            <a:r>
              <a:rPr lang="en-US" altLang="en-US" sz="2000" i="1" baseline="-25000" dirty="0" err="1">
                <a:cs typeface="Times New Roman" panose="02020603050405020304" pitchFamily="18" charset="0"/>
              </a:rPr>
              <a:t>L</a:t>
            </a:r>
            <a:r>
              <a:rPr lang="en-US" altLang="en-US" sz="2000" dirty="0">
                <a:latin typeface="Arial" panose="020B0604020202020204" pitchFamily="34" charset="0"/>
              </a:rPr>
              <a:t> and </a:t>
            </a:r>
            <a:r>
              <a:rPr lang="en-US" altLang="en-US" sz="2000" i="1" dirty="0" err="1">
                <a:cs typeface="Times New Roman" panose="02020603050405020304" pitchFamily="18" charset="0"/>
              </a:rPr>
              <a:t>v</a:t>
            </a:r>
            <a:r>
              <a:rPr lang="en-US" altLang="en-US" sz="2000" i="1" baseline="-25000" dirty="0" err="1">
                <a:cs typeface="Times New Roman" panose="02020603050405020304" pitchFamily="18" charset="0"/>
              </a:rPr>
              <a:t>L</a:t>
            </a:r>
            <a:r>
              <a:rPr lang="en-US" altLang="en-US" sz="2000" dirty="0" err="1">
                <a:latin typeface="Arial" panose="020B0604020202020204" pitchFamily="34" charset="0"/>
              </a:rPr>
              <a:t>.</a:t>
            </a:r>
            <a:r>
              <a:rPr lang="en-US" altLang="en-US" sz="2000" dirty="0">
                <a:latin typeface="Arial" panose="020B0604020202020204" pitchFamily="34" charset="0"/>
              </a:rPr>
              <a:t>  If not, then we need a negative sign in these equations.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CEEEDCB2-9B71-4FBC-B7BB-9190E8CE10C3}"/>
              </a:ext>
            </a:extLst>
          </p:cNvPr>
          <p:cNvSpPr>
            <a:spLocks noGrp="1" noChangeArrowheads="1"/>
          </p:cNvSpPr>
          <p:nvPr>
            <p:ph type="title"/>
          </p:nvPr>
        </p:nvSpPr>
        <p:spPr>
          <a:xfrm>
            <a:off x="609600" y="304800"/>
            <a:ext cx="7772400" cy="1143000"/>
          </a:xfrm>
        </p:spPr>
        <p:txBody>
          <a:bodyPr/>
          <a:lstStyle/>
          <a:p>
            <a:r>
              <a:rPr lang="en-US" altLang="en-US" sz="4000"/>
              <a:t>Note 1</a:t>
            </a:r>
          </a:p>
        </p:txBody>
      </p:sp>
      <p:sp>
        <p:nvSpPr>
          <p:cNvPr id="457731" name="Rectangle 3">
            <a:extLst>
              <a:ext uri="{FF2B5EF4-FFF2-40B4-BE49-F238E27FC236}">
                <a16:creationId xmlns:a16="http://schemas.microsoft.com/office/drawing/2014/main" id="{5993FCCD-C6FD-4381-A0DA-AA855722414E}"/>
              </a:ext>
            </a:extLst>
          </p:cNvPr>
          <p:cNvSpPr>
            <a:spLocks noGrp="1" noChangeArrowheads="1"/>
          </p:cNvSpPr>
          <p:nvPr>
            <p:ph type="body" idx="1"/>
          </p:nvPr>
        </p:nvSpPr>
        <p:spPr>
          <a:xfrm>
            <a:off x="152400" y="1524000"/>
            <a:ext cx="8686800" cy="3352800"/>
          </a:xfrm>
        </p:spPr>
        <p:txBody>
          <a:bodyPr/>
          <a:lstStyle/>
          <a:p>
            <a:pPr marL="0" indent="458788">
              <a:lnSpc>
                <a:spcPct val="90000"/>
              </a:lnSpc>
              <a:buFontTx/>
              <a:buNone/>
            </a:pPr>
            <a:r>
              <a:rPr lang="en-US" altLang="en-US" sz="2400">
                <a:cs typeface="Times New Roman" panose="02020603050405020304" pitchFamily="18" charset="0"/>
              </a:rPr>
              <a:t>The implications of these equations are significant.  For example, if the current is not changing, then the voltage will be zero.  This current could be a constant value, and large, and an inductor will have no voltage across it.  This is counter-intuitive for many students.  That is because they are thinking of actual coils, which have some finite resistance in their wires.  For us, an ideal inductor has no resistance; it simply obeys the laws below.  </a:t>
            </a:r>
          </a:p>
          <a:p>
            <a:pPr marL="0" indent="458788">
              <a:lnSpc>
                <a:spcPct val="90000"/>
              </a:lnSpc>
              <a:buFontTx/>
              <a:buNone/>
            </a:pPr>
            <a:r>
              <a:rPr lang="en-US" altLang="en-US" sz="2400">
                <a:cs typeface="Times New Roman" panose="02020603050405020304" pitchFamily="18" charset="0"/>
              </a:rPr>
              <a:t>We might model a coil with both inductors and resistors, but for now, all we need to note is what happens with these ideal elements.</a:t>
            </a:r>
          </a:p>
        </p:txBody>
      </p:sp>
      <p:graphicFrame>
        <p:nvGraphicFramePr>
          <p:cNvPr id="457732" name="Object 4">
            <a:extLst>
              <a:ext uri="{FF2B5EF4-FFF2-40B4-BE49-F238E27FC236}">
                <a16:creationId xmlns:a16="http://schemas.microsoft.com/office/drawing/2014/main" id="{E57833EC-C008-46CB-9442-51008D1F5A2A}"/>
              </a:ext>
            </a:extLst>
          </p:cNvPr>
          <p:cNvGraphicFramePr>
            <a:graphicFrameLocks noChangeAspect="1"/>
          </p:cNvGraphicFramePr>
          <p:nvPr/>
        </p:nvGraphicFramePr>
        <p:xfrm>
          <a:off x="6400800" y="5562600"/>
          <a:ext cx="2011363" cy="1022350"/>
        </p:xfrm>
        <a:graphic>
          <a:graphicData uri="http://schemas.openxmlformats.org/presentationml/2006/ole">
            <mc:AlternateContent xmlns:mc="http://schemas.openxmlformats.org/markup-compatibility/2006">
              <mc:Choice xmlns:v="urn:schemas-microsoft-com:vml" Requires="v">
                <p:oleObj name="Equation" r:id="rId3" imgW="774360" imgH="393480" progId="Equation.DSMT4">
                  <p:embed/>
                </p:oleObj>
              </mc:Choice>
              <mc:Fallback>
                <p:oleObj name="Equation" r:id="rId3" imgW="774360" imgH="393480" progId="Equation.DSMT4">
                  <p:embed/>
                  <p:pic>
                    <p:nvPicPr>
                      <p:cNvPr id="457732" name="Object 4">
                        <a:extLst>
                          <a:ext uri="{FF2B5EF4-FFF2-40B4-BE49-F238E27FC236}">
                            <a16:creationId xmlns:a16="http://schemas.microsoft.com/office/drawing/2014/main" id="{E57833EC-C008-46CB-9442-51008D1F5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5562600"/>
                        <a:ext cx="2011363" cy="1022350"/>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7733" name="Object 5">
            <a:extLst>
              <a:ext uri="{FF2B5EF4-FFF2-40B4-BE49-F238E27FC236}">
                <a16:creationId xmlns:a16="http://schemas.microsoft.com/office/drawing/2014/main" id="{5BE9AAB3-2E8C-4015-8366-9C856E9CD534}"/>
              </a:ext>
            </a:extLst>
          </p:cNvPr>
          <p:cNvGraphicFramePr>
            <a:graphicFrameLocks noChangeAspect="1"/>
          </p:cNvGraphicFramePr>
          <p:nvPr/>
        </p:nvGraphicFramePr>
        <p:xfrm>
          <a:off x="457200" y="5562600"/>
          <a:ext cx="4549775" cy="1120775"/>
        </p:xfrm>
        <a:graphic>
          <a:graphicData uri="http://schemas.openxmlformats.org/presentationml/2006/ole">
            <mc:AlternateContent xmlns:mc="http://schemas.openxmlformats.org/markup-compatibility/2006">
              <mc:Choice xmlns:v="urn:schemas-microsoft-com:vml" Requires="v">
                <p:oleObj name="Equation" r:id="rId5" imgW="1752480" imgH="431640" progId="Equation.DSMT4">
                  <p:embed/>
                </p:oleObj>
              </mc:Choice>
              <mc:Fallback>
                <p:oleObj name="Equation" r:id="rId5" imgW="1752480" imgH="431640" progId="Equation.DSMT4">
                  <p:embed/>
                  <p:pic>
                    <p:nvPicPr>
                      <p:cNvPr id="457733" name="Object 5">
                        <a:extLst>
                          <a:ext uri="{FF2B5EF4-FFF2-40B4-BE49-F238E27FC236}">
                            <a16:creationId xmlns:a16="http://schemas.microsoft.com/office/drawing/2014/main" id="{5BE9AAB3-2E8C-4015-8366-9C856E9CD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562600"/>
                        <a:ext cx="4549775" cy="1120775"/>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7734" name="Rectangle 6">
            <a:extLst>
              <a:ext uri="{FF2B5EF4-FFF2-40B4-BE49-F238E27FC236}">
                <a16:creationId xmlns:a16="http://schemas.microsoft.com/office/drawing/2014/main" id="{327A04FB-34A6-4608-BA7F-70A2FC3D5D59}"/>
              </a:ext>
            </a:extLst>
          </p:cNvPr>
          <p:cNvSpPr>
            <a:spLocks noChangeArrowheads="1"/>
          </p:cNvSpPr>
          <p:nvPr/>
        </p:nvSpPr>
        <p:spPr bwMode="auto">
          <a:xfrm>
            <a:off x="5486400" y="57912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a:t>and</a:t>
            </a:r>
          </a:p>
        </p:txBody>
      </p:sp>
      <p:grpSp>
        <p:nvGrpSpPr>
          <p:cNvPr id="457737" name="Group 9">
            <a:extLst>
              <a:ext uri="{FF2B5EF4-FFF2-40B4-BE49-F238E27FC236}">
                <a16:creationId xmlns:a16="http://schemas.microsoft.com/office/drawing/2014/main" id="{462A1336-C1DD-4677-A6D9-6DF7B7BEAE55}"/>
              </a:ext>
            </a:extLst>
          </p:cNvPr>
          <p:cNvGrpSpPr>
            <a:grpSpLocks/>
          </p:cNvGrpSpPr>
          <p:nvPr/>
        </p:nvGrpSpPr>
        <p:grpSpPr bwMode="auto">
          <a:xfrm>
            <a:off x="4953000" y="152400"/>
            <a:ext cx="1600200" cy="1447800"/>
            <a:chOff x="3120" y="96"/>
            <a:chExt cx="1008" cy="912"/>
          </a:xfrm>
        </p:grpSpPr>
        <p:sp>
          <p:nvSpPr>
            <p:cNvPr id="457736" name="Rectangle 8">
              <a:extLst>
                <a:ext uri="{FF2B5EF4-FFF2-40B4-BE49-F238E27FC236}">
                  <a16:creationId xmlns:a16="http://schemas.microsoft.com/office/drawing/2014/main" id="{F3B81C0A-C8D5-4017-97F1-1A94FE1D20EA}"/>
                </a:ext>
              </a:extLst>
            </p:cNvPr>
            <p:cNvSpPr>
              <a:spLocks noChangeArrowheads="1"/>
            </p:cNvSpPr>
            <p:nvPr/>
          </p:nvSpPr>
          <p:spPr bwMode="auto">
            <a:xfrm>
              <a:off x="3120" y="96"/>
              <a:ext cx="1008" cy="91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57735" name="Picture 7">
              <a:extLst>
                <a:ext uri="{FF2B5EF4-FFF2-40B4-BE49-F238E27FC236}">
                  <a16:creationId xmlns:a16="http://schemas.microsoft.com/office/drawing/2014/main" id="{F8F770CD-82F2-4E67-AD49-D8AEFBDF693D}"/>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168" y="144"/>
              <a:ext cx="900" cy="80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5C39A9FF-13BD-4DDB-9600-13C5621B9D10}"/>
              </a:ext>
            </a:extLst>
          </p:cNvPr>
          <p:cNvSpPr>
            <a:spLocks noGrp="1" noChangeArrowheads="1"/>
          </p:cNvSpPr>
          <p:nvPr>
            <p:ph type="title"/>
          </p:nvPr>
        </p:nvSpPr>
        <p:spPr>
          <a:xfrm>
            <a:off x="609600" y="304800"/>
            <a:ext cx="7772400" cy="1143000"/>
          </a:xfrm>
        </p:spPr>
        <p:txBody>
          <a:bodyPr/>
          <a:lstStyle/>
          <a:p>
            <a:r>
              <a:rPr lang="en-US" altLang="en-US" sz="4000"/>
              <a:t>Note 2</a:t>
            </a:r>
          </a:p>
        </p:txBody>
      </p:sp>
      <p:sp>
        <p:nvSpPr>
          <p:cNvPr id="459779" name="Rectangle 3">
            <a:extLst>
              <a:ext uri="{FF2B5EF4-FFF2-40B4-BE49-F238E27FC236}">
                <a16:creationId xmlns:a16="http://schemas.microsoft.com/office/drawing/2014/main" id="{68A9B896-C438-45EC-99CB-E334FBA3C84D}"/>
              </a:ext>
            </a:extLst>
          </p:cNvPr>
          <p:cNvSpPr>
            <a:spLocks noGrp="1" noChangeArrowheads="1"/>
          </p:cNvSpPr>
          <p:nvPr>
            <p:ph type="body" idx="1"/>
          </p:nvPr>
        </p:nvSpPr>
        <p:spPr>
          <a:xfrm>
            <a:off x="152400" y="1524000"/>
            <a:ext cx="8686800" cy="3352800"/>
          </a:xfrm>
        </p:spPr>
        <p:txBody>
          <a:bodyPr/>
          <a:lstStyle/>
          <a:p>
            <a:pPr marL="0" indent="458788">
              <a:buFontTx/>
              <a:buNone/>
            </a:pPr>
            <a:r>
              <a:rPr lang="en-US" altLang="en-US" sz="2400">
                <a:cs typeface="Times New Roman" panose="02020603050405020304" pitchFamily="18" charset="0"/>
              </a:rPr>
              <a:t>The implications of these equations are significant.  Another implication is that we cannot change the current through an inductor instantaneously.  If we were to make such a change, the derivative of current with respect to time would be infinity, and the voltage would have to be infinite.  Since it is not possible to have an infinite voltage, it must be impossible to change the current through an inductor instantaneously.</a:t>
            </a:r>
          </a:p>
        </p:txBody>
      </p:sp>
      <p:graphicFrame>
        <p:nvGraphicFramePr>
          <p:cNvPr id="459780" name="Object 4">
            <a:extLst>
              <a:ext uri="{FF2B5EF4-FFF2-40B4-BE49-F238E27FC236}">
                <a16:creationId xmlns:a16="http://schemas.microsoft.com/office/drawing/2014/main" id="{8BE543E7-CD5F-489F-A17D-BD532E53FBA1}"/>
              </a:ext>
            </a:extLst>
          </p:cNvPr>
          <p:cNvGraphicFramePr>
            <a:graphicFrameLocks noChangeAspect="1"/>
          </p:cNvGraphicFramePr>
          <p:nvPr/>
        </p:nvGraphicFramePr>
        <p:xfrm>
          <a:off x="6400800" y="5562600"/>
          <a:ext cx="2011363" cy="1022350"/>
        </p:xfrm>
        <a:graphic>
          <a:graphicData uri="http://schemas.openxmlformats.org/presentationml/2006/ole">
            <mc:AlternateContent xmlns:mc="http://schemas.openxmlformats.org/markup-compatibility/2006">
              <mc:Choice xmlns:v="urn:schemas-microsoft-com:vml" Requires="v">
                <p:oleObj name="Equation" r:id="rId3" imgW="774360" imgH="393480" progId="Equation.DSMT4">
                  <p:embed/>
                </p:oleObj>
              </mc:Choice>
              <mc:Fallback>
                <p:oleObj name="Equation" r:id="rId3" imgW="774360" imgH="393480" progId="Equation.DSMT4">
                  <p:embed/>
                  <p:pic>
                    <p:nvPicPr>
                      <p:cNvPr id="459780" name="Object 4">
                        <a:extLst>
                          <a:ext uri="{FF2B5EF4-FFF2-40B4-BE49-F238E27FC236}">
                            <a16:creationId xmlns:a16="http://schemas.microsoft.com/office/drawing/2014/main" id="{8BE543E7-CD5F-489F-A17D-BD532E53F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5562600"/>
                        <a:ext cx="2011363" cy="1022350"/>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9781" name="Object 5">
            <a:extLst>
              <a:ext uri="{FF2B5EF4-FFF2-40B4-BE49-F238E27FC236}">
                <a16:creationId xmlns:a16="http://schemas.microsoft.com/office/drawing/2014/main" id="{19DD0B33-6020-4D16-AFDE-2453CA5C0CC2}"/>
              </a:ext>
            </a:extLst>
          </p:cNvPr>
          <p:cNvGraphicFramePr>
            <a:graphicFrameLocks noChangeAspect="1"/>
          </p:cNvGraphicFramePr>
          <p:nvPr/>
        </p:nvGraphicFramePr>
        <p:xfrm>
          <a:off x="457200" y="5562600"/>
          <a:ext cx="4549775" cy="1120775"/>
        </p:xfrm>
        <a:graphic>
          <a:graphicData uri="http://schemas.openxmlformats.org/presentationml/2006/ole">
            <mc:AlternateContent xmlns:mc="http://schemas.openxmlformats.org/markup-compatibility/2006">
              <mc:Choice xmlns:v="urn:schemas-microsoft-com:vml" Requires="v">
                <p:oleObj name="Equation" r:id="rId5" imgW="1752480" imgH="431640" progId="Equation.DSMT4">
                  <p:embed/>
                </p:oleObj>
              </mc:Choice>
              <mc:Fallback>
                <p:oleObj name="Equation" r:id="rId5" imgW="1752480" imgH="431640" progId="Equation.DSMT4">
                  <p:embed/>
                  <p:pic>
                    <p:nvPicPr>
                      <p:cNvPr id="459781" name="Object 5">
                        <a:extLst>
                          <a:ext uri="{FF2B5EF4-FFF2-40B4-BE49-F238E27FC236}">
                            <a16:creationId xmlns:a16="http://schemas.microsoft.com/office/drawing/2014/main" id="{19DD0B33-6020-4D16-AFDE-2453CA5C0C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562600"/>
                        <a:ext cx="4549775" cy="1120775"/>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9782" name="Rectangle 6">
            <a:extLst>
              <a:ext uri="{FF2B5EF4-FFF2-40B4-BE49-F238E27FC236}">
                <a16:creationId xmlns:a16="http://schemas.microsoft.com/office/drawing/2014/main" id="{139EF228-2FFB-4641-B7EC-2C9292466DFE}"/>
              </a:ext>
            </a:extLst>
          </p:cNvPr>
          <p:cNvSpPr>
            <a:spLocks noChangeArrowheads="1"/>
          </p:cNvSpPr>
          <p:nvPr/>
        </p:nvSpPr>
        <p:spPr bwMode="auto">
          <a:xfrm>
            <a:off x="5486400" y="57912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a:t>and</a:t>
            </a:r>
          </a:p>
        </p:txBody>
      </p:sp>
      <p:grpSp>
        <p:nvGrpSpPr>
          <p:cNvPr id="459784" name="Group 8">
            <a:extLst>
              <a:ext uri="{FF2B5EF4-FFF2-40B4-BE49-F238E27FC236}">
                <a16:creationId xmlns:a16="http://schemas.microsoft.com/office/drawing/2014/main" id="{995A99E0-6F28-424B-A20A-88B7C85B63C8}"/>
              </a:ext>
            </a:extLst>
          </p:cNvPr>
          <p:cNvGrpSpPr>
            <a:grpSpLocks/>
          </p:cNvGrpSpPr>
          <p:nvPr/>
        </p:nvGrpSpPr>
        <p:grpSpPr bwMode="auto">
          <a:xfrm>
            <a:off x="4953000" y="152400"/>
            <a:ext cx="1600200" cy="1447800"/>
            <a:chOff x="3120" y="96"/>
            <a:chExt cx="1008" cy="912"/>
          </a:xfrm>
        </p:grpSpPr>
        <p:sp>
          <p:nvSpPr>
            <p:cNvPr id="459785" name="Rectangle 9">
              <a:extLst>
                <a:ext uri="{FF2B5EF4-FFF2-40B4-BE49-F238E27FC236}">
                  <a16:creationId xmlns:a16="http://schemas.microsoft.com/office/drawing/2014/main" id="{CF7E500F-5325-486B-A188-1300DE71DFB6}"/>
                </a:ext>
              </a:extLst>
            </p:cNvPr>
            <p:cNvSpPr>
              <a:spLocks noChangeArrowheads="1"/>
            </p:cNvSpPr>
            <p:nvPr/>
          </p:nvSpPr>
          <p:spPr bwMode="auto">
            <a:xfrm>
              <a:off x="3120" y="96"/>
              <a:ext cx="1008" cy="91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59786" name="Picture 10">
              <a:extLst>
                <a:ext uri="{FF2B5EF4-FFF2-40B4-BE49-F238E27FC236}">
                  <a16:creationId xmlns:a16="http://schemas.microsoft.com/office/drawing/2014/main" id="{66F0FC8D-5FCA-41D0-8F5D-23C99505A381}"/>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168" y="144"/>
              <a:ext cx="900" cy="80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71F2A617-156B-4E56-B1C3-DA62193F21C3}"/>
              </a:ext>
            </a:extLst>
          </p:cNvPr>
          <p:cNvSpPr>
            <a:spLocks noGrp="1" noChangeArrowheads="1"/>
          </p:cNvSpPr>
          <p:nvPr>
            <p:ph type="title"/>
          </p:nvPr>
        </p:nvSpPr>
        <p:spPr>
          <a:xfrm>
            <a:off x="609600" y="304800"/>
            <a:ext cx="7772400" cy="1143000"/>
          </a:xfrm>
        </p:spPr>
        <p:txBody>
          <a:bodyPr/>
          <a:lstStyle/>
          <a:p>
            <a:r>
              <a:rPr lang="en-US" altLang="en-US" sz="4000"/>
              <a:t>Note 3</a:t>
            </a:r>
          </a:p>
        </p:txBody>
      </p:sp>
      <p:sp>
        <p:nvSpPr>
          <p:cNvPr id="461827" name="Rectangle 3">
            <a:extLst>
              <a:ext uri="{FF2B5EF4-FFF2-40B4-BE49-F238E27FC236}">
                <a16:creationId xmlns:a16="http://schemas.microsoft.com/office/drawing/2014/main" id="{79A6ECAD-837C-4117-8E72-DF50C2175048}"/>
              </a:ext>
            </a:extLst>
          </p:cNvPr>
          <p:cNvSpPr>
            <a:spLocks noGrp="1" noChangeArrowheads="1"/>
          </p:cNvSpPr>
          <p:nvPr>
            <p:ph type="body" idx="1"/>
          </p:nvPr>
        </p:nvSpPr>
        <p:spPr>
          <a:xfrm>
            <a:off x="152400" y="1524000"/>
            <a:ext cx="8686800" cy="3352800"/>
          </a:xfrm>
        </p:spPr>
        <p:txBody>
          <a:bodyPr/>
          <a:lstStyle/>
          <a:p>
            <a:pPr marL="0" indent="458788">
              <a:buFontTx/>
              <a:buNone/>
            </a:pPr>
            <a:r>
              <a:rPr lang="en-US" altLang="en-US" sz="2400">
                <a:cs typeface="Times New Roman" panose="02020603050405020304" pitchFamily="18" charset="0"/>
              </a:rPr>
              <a:t>Some students are troubled by the introduction of the dummy variable </a:t>
            </a:r>
            <a:r>
              <a:rPr lang="en-US" altLang="en-US" sz="2400" i="1">
                <a:cs typeface="Times New Roman" panose="02020603050405020304" pitchFamily="18" charset="0"/>
              </a:rPr>
              <a:t>s</a:t>
            </a:r>
            <a:r>
              <a:rPr lang="en-US" altLang="en-US" sz="2400">
                <a:cs typeface="Times New Roman" panose="02020603050405020304" pitchFamily="18" charset="0"/>
              </a:rPr>
              <a:t> in the integral form of this equation, below.  It is not really necessary to introduce a dummy variable.  It really doesn</a:t>
            </a:r>
            <a:r>
              <a:rPr lang="en-US" altLang="en-US" sz="2400">
                <a:latin typeface="Times New Roman" panose="02020603050405020304" pitchFamily="18" charset="0"/>
                <a:cs typeface="Times New Roman" panose="02020603050405020304" pitchFamily="18" charset="0"/>
              </a:rPr>
              <a:t>’</a:t>
            </a:r>
            <a:r>
              <a:rPr lang="en-US" altLang="en-US" sz="2400">
                <a:cs typeface="Times New Roman" panose="02020603050405020304" pitchFamily="18" charset="0"/>
              </a:rPr>
              <a:t>t matter what variable is integrated over, because when the limits are inserted, that variable goes away.  </a:t>
            </a:r>
          </a:p>
        </p:txBody>
      </p:sp>
      <p:graphicFrame>
        <p:nvGraphicFramePr>
          <p:cNvPr id="461828" name="Object 4">
            <a:extLst>
              <a:ext uri="{FF2B5EF4-FFF2-40B4-BE49-F238E27FC236}">
                <a16:creationId xmlns:a16="http://schemas.microsoft.com/office/drawing/2014/main" id="{B10BDDA0-D3E9-466B-956D-F1DD49892318}"/>
              </a:ext>
            </a:extLst>
          </p:cNvPr>
          <p:cNvGraphicFramePr>
            <a:graphicFrameLocks noChangeAspect="1"/>
          </p:cNvGraphicFramePr>
          <p:nvPr/>
        </p:nvGraphicFramePr>
        <p:xfrm>
          <a:off x="6400800" y="5562600"/>
          <a:ext cx="2011363" cy="1022350"/>
        </p:xfrm>
        <a:graphic>
          <a:graphicData uri="http://schemas.openxmlformats.org/presentationml/2006/ole">
            <mc:AlternateContent xmlns:mc="http://schemas.openxmlformats.org/markup-compatibility/2006">
              <mc:Choice xmlns:v="urn:schemas-microsoft-com:vml" Requires="v">
                <p:oleObj name="Equation" r:id="rId3" imgW="774360" imgH="393480" progId="Equation.DSMT4">
                  <p:embed/>
                </p:oleObj>
              </mc:Choice>
              <mc:Fallback>
                <p:oleObj name="Equation" r:id="rId3" imgW="774360" imgH="393480" progId="Equation.DSMT4">
                  <p:embed/>
                  <p:pic>
                    <p:nvPicPr>
                      <p:cNvPr id="461828" name="Object 4">
                        <a:extLst>
                          <a:ext uri="{FF2B5EF4-FFF2-40B4-BE49-F238E27FC236}">
                            <a16:creationId xmlns:a16="http://schemas.microsoft.com/office/drawing/2014/main" id="{B10BDDA0-D3E9-466B-956D-F1DD498923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5562600"/>
                        <a:ext cx="2011363" cy="1022350"/>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1829" name="Object 5">
            <a:extLst>
              <a:ext uri="{FF2B5EF4-FFF2-40B4-BE49-F238E27FC236}">
                <a16:creationId xmlns:a16="http://schemas.microsoft.com/office/drawing/2014/main" id="{B7835815-149C-43D0-8F57-898EB9763BDA}"/>
              </a:ext>
            </a:extLst>
          </p:cNvPr>
          <p:cNvGraphicFramePr>
            <a:graphicFrameLocks noChangeAspect="1"/>
          </p:cNvGraphicFramePr>
          <p:nvPr/>
        </p:nvGraphicFramePr>
        <p:xfrm>
          <a:off x="457200" y="5562600"/>
          <a:ext cx="4549775" cy="1120775"/>
        </p:xfrm>
        <a:graphic>
          <a:graphicData uri="http://schemas.openxmlformats.org/presentationml/2006/ole">
            <mc:AlternateContent xmlns:mc="http://schemas.openxmlformats.org/markup-compatibility/2006">
              <mc:Choice xmlns:v="urn:schemas-microsoft-com:vml" Requires="v">
                <p:oleObj name="Equation" r:id="rId5" imgW="1752480" imgH="431640" progId="Equation.DSMT4">
                  <p:embed/>
                </p:oleObj>
              </mc:Choice>
              <mc:Fallback>
                <p:oleObj name="Equation" r:id="rId5" imgW="1752480" imgH="431640" progId="Equation.DSMT4">
                  <p:embed/>
                  <p:pic>
                    <p:nvPicPr>
                      <p:cNvPr id="461829" name="Object 5">
                        <a:extLst>
                          <a:ext uri="{FF2B5EF4-FFF2-40B4-BE49-F238E27FC236}">
                            <a16:creationId xmlns:a16="http://schemas.microsoft.com/office/drawing/2014/main" id="{B7835815-149C-43D0-8F57-898EB9763B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562600"/>
                        <a:ext cx="4549775" cy="1120775"/>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830" name="Rectangle 6">
            <a:extLst>
              <a:ext uri="{FF2B5EF4-FFF2-40B4-BE49-F238E27FC236}">
                <a16:creationId xmlns:a16="http://schemas.microsoft.com/office/drawing/2014/main" id="{3E8A796F-6763-453C-89E6-1D50B3D82732}"/>
              </a:ext>
            </a:extLst>
          </p:cNvPr>
          <p:cNvSpPr>
            <a:spLocks noChangeArrowheads="1"/>
          </p:cNvSpPr>
          <p:nvPr/>
        </p:nvSpPr>
        <p:spPr bwMode="auto">
          <a:xfrm>
            <a:off x="5486400" y="5791200"/>
            <a:ext cx="6858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a:t>and</a:t>
            </a:r>
          </a:p>
        </p:txBody>
      </p:sp>
      <p:sp>
        <p:nvSpPr>
          <p:cNvPr id="461832" name="Rectangle 8">
            <a:extLst>
              <a:ext uri="{FF2B5EF4-FFF2-40B4-BE49-F238E27FC236}">
                <a16:creationId xmlns:a16="http://schemas.microsoft.com/office/drawing/2014/main" id="{185E441D-880F-4B57-8E15-7DFED0C99298}"/>
              </a:ext>
            </a:extLst>
          </p:cNvPr>
          <p:cNvSpPr>
            <a:spLocks noChangeArrowheads="1"/>
          </p:cNvSpPr>
          <p:nvPr/>
        </p:nvSpPr>
        <p:spPr bwMode="auto">
          <a:xfrm>
            <a:off x="1524000" y="5410200"/>
            <a:ext cx="2209800" cy="1295400"/>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1833" name="Line 9">
            <a:extLst>
              <a:ext uri="{FF2B5EF4-FFF2-40B4-BE49-F238E27FC236}">
                <a16:creationId xmlns:a16="http://schemas.microsoft.com/office/drawing/2014/main" id="{991481A6-C18B-4A3C-A94B-DC41805A2391}"/>
              </a:ext>
            </a:extLst>
          </p:cNvPr>
          <p:cNvSpPr>
            <a:spLocks noChangeShapeType="1"/>
          </p:cNvSpPr>
          <p:nvPr/>
        </p:nvSpPr>
        <p:spPr bwMode="auto">
          <a:xfrm flipH="1">
            <a:off x="3733800" y="4724400"/>
            <a:ext cx="1295400" cy="9144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834" name="Text Box 10">
            <a:extLst>
              <a:ext uri="{FF2B5EF4-FFF2-40B4-BE49-F238E27FC236}">
                <a16:creationId xmlns:a16="http://schemas.microsoft.com/office/drawing/2014/main" id="{6F30B0A6-86C1-44AD-9AB6-5E81D7813D39}"/>
              </a:ext>
            </a:extLst>
          </p:cNvPr>
          <p:cNvSpPr txBox="1">
            <a:spLocks noChangeArrowheads="1"/>
          </p:cNvSpPr>
          <p:nvPr/>
        </p:nvSpPr>
        <p:spPr bwMode="auto">
          <a:xfrm>
            <a:off x="152400" y="3505200"/>
            <a:ext cx="4114800" cy="1590675"/>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en-US" altLang="en-US">
                <a:cs typeface="Times New Roman" panose="02020603050405020304" pitchFamily="18" charset="0"/>
              </a:rPr>
              <a:t>The independent variable </a:t>
            </a:r>
            <a:r>
              <a:rPr lang="en-US" altLang="en-US" i="1">
                <a:cs typeface="Times New Roman" panose="02020603050405020304" pitchFamily="18" charset="0"/>
              </a:rPr>
              <a:t>t</a:t>
            </a:r>
            <a:r>
              <a:rPr lang="en-US" altLang="en-US">
                <a:cs typeface="Times New Roman" panose="02020603050405020304" pitchFamily="18" charset="0"/>
              </a:rPr>
              <a:t> is in the limits of the integral.  This is indicated by the </a:t>
            </a:r>
            <a:r>
              <a:rPr lang="en-US" altLang="en-US" i="1">
                <a:cs typeface="Times New Roman" panose="02020603050405020304" pitchFamily="18" charset="0"/>
              </a:rPr>
              <a:t>i</a:t>
            </a:r>
            <a:r>
              <a:rPr lang="en-US" altLang="en-US" i="1" baseline="-25000">
                <a:cs typeface="Times New Roman" panose="02020603050405020304" pitchFamily="18" charset="0"/>
              </a:rPr>
              <a:t>L</a:t>
            </a:r>
            <a:r>
              <a:rPr lang="en-US" altLang="en-US" i="1">
                <a:cs typeface="Times New Roman" panose="02020603050405020304" pitchFamily="18" charset="0"/>
              </a:rPr>
              <a:t>(t)</a:t>
            </a:r>
            <a:r>
              <a:rPr lang="en-US" altLang="en-US">
                <a:cs typeface="Times New Roman" panose="02020603050405020304" pitchFamily="18" charset="0"/>
              </a:rPr>
              <a:t> on the left-hand side of the equation.</a:t>
            </a:r>
          </a:p>
        </p:txBody>
      </p:sp>
      <p:sp>
        <p:nvSpPr>
          <p:cNvPr id="461835" name="Text Box 11">
            <a:extLst>
              <a:ext uri="{FF2B5EF4-FFF2-40B4-BE49-F238E27FC236}">
                <a16:creationId xmlns:a16="http://schemas.microsoft.com/office/drawing/2014/main" id="{2E3E982F-9F1D-487A-B857-0C3A0BC23B48}"/>
              </a:ext>
            </a:extLst>
          </p:cNvPr>
          <p:cNvSpPr txBox="1">
            <a:spLocks noChangeArrowheads="1"/>
          </p:cNvSpPr>
          <p:nvPr/>
        </p:nvSpPr>
        <p:spPr bwMode="auto">
          <a:xfrm>
            <a:off x="4800600" y="3581400"/>
            <a:ext cx="3749675" cy="122555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en-US" altLang="en-US">
                <a:cs typeface="Times New Roman" panose="02020603050405020304" pitchFamily="18" charset="0"/>
              </a:rPr>
              <a:t>Remember, the integral here is </a:t>
            </a:r>
            <a:r>
              <a:rPr lang="en-US" altLang="en-US" b="1" u="sng">
                <a:cs typeface="Times New Roman" panose="02020603050405020304" pitchFamily="18" charset="0"/>
              </a:rPr>
              <a:t>not</a:t>
            </a:r>
            <a:r>
              <a:rPr lang="en-US" altLang="en-US">
                <a:cs typeface="Times New Roman" panose="02020603050405020304" pitchFamily="18" charset="0"/>
              </a:rPr>
              <a:t> a function of </a:t>
            </a:r>
            <a:r>
              <a:rPr lang="en-US" altLang="en-US" i="1">
                <a:cs typeface="Times New Roman" panose="02020603050405020304" pitchFamily="18" charset="0"/>
              </a:rPr>
              <a:t>s</a:t>
            </a:r>
            <a:r>
              <a:rPr lang="en-US" altLang="en-US">
                <a:cs typeface="Times New Roman" panose="02020603050405020304" pitchFamily="18" charset="0"/>
              </a:rPr>
              <a:t>.  It is a function of </a:t>
            </a:r>
            <a:r>
              <a:rPr lang="en-US" altLang="en-US" i="1">
                <a:cs typeface="Times New Roman" panose="02020603050405020304" pitchFamily="18" charset="0"/>
              </a:rPr>
              <a:t>t</a:t>
            </a:r>
            <a:r>
              <a:rPr lang="en-US" altLang="en-US">
                <a:cs typeface="Times New Roman" panose="02020603050405020304" pitchFamily="18" charset="0"/>
              </a:rPr>
              <a:t>.  </a:t>
            </a:r>
            <a:endParaRPr lang="en-US" altLang="en-US"/>
          </a:p>
        </p:txBody>
      </p:sp>
      <p:sp>
        <p:nvSpPr>
          <p:cNvPr id="461836" name="Rectangle 12">
            <a:extLst>
              <a:ext uri="{FF2B5EF4-FFF2-40B4-BE49-F238E27FC236}">
                <a16:creationId xmlns:a16="http://schemas.microsoft.com/office/drawing/2014/main" id="{4DCDEE68-3036-4B15-9A21-45DAC79C16E0}"/>
              </a:ext>
            </a:extLst>
          </p:cNvPr>
          <p:cNvSpPr>
            <a:spLocks noChangeArrowheads="1"/>
          </p:cNvSpPr>
          <p:nvPr/>
        </p:nvSpPr>
        <p:spPr bwMode="auto">
          <a:xfrm>
            <a:off x="304800" y="5638800"/>
            <a:ext cx="914400" cy="838200"/>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1837" name="Line 13">
            <a:extLst>
              <a:ext uri="{FF2B5EF4-FFF2-40B4-BE49-F238E27FC236}">
                <a16:creationId xmlns:a16="http://schemas.microsoft.com/office/drawing/2014/main" id="{3C40F6B5-B44C-433E-984A-58DD1004B2C4}"/>
              </a:ext>
            </a:extLst>
          </p:cNvPr>
          <p:cNvSpPr>
            <a:spLocks noChangeShapeType="1"/>
          </p:cNvSpPr>
          <p:nvPr/>
        </p:nvSpPr>
        <p:spPr bwMode="auto">
          <a:xfrm flipH="1">
            <a:off x="1066800" y="5029200"/>
            <a:ext cx="381000" cy="8382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838" name="Line 14">
            <a:extLst>
              <a:ext uri="{FF2B5EF4-FFF2-40B4-BE49-F238E27FC236}">
                <a16:creationId xmlns:a16="http://schemas.microsoft.com/office/drawing/2014/main" id="{7D7EC348-CB9E-458C-8D70-E5B4F8378F49}"/>
              </a:ext>
            </a:extLst>
          </p:cNvPr>
          <p:cNvSpPr>
            <a:spLocks noChangeShapeType="1"/>
          </p:cNvSpPr>
          <p:nvPr/>
        </p:nvSpPr>
        <p:spPr bwMode="auto">
          <a:xfrm>
            <a:off x="2133600" y="5029200"/>
            <a:ext cx="228600" cy="6858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839" name="Text Box 15">
            <a:extLst>
              <a:ext uri="{FF2B5EF4-FFF2-40B4-BE49-F238E27FC236}">
                <a16:creationId xmlns:a16="http://schemas.microsoft.com/office/drawing/2014/main" id="{3D86B93B-3674-49CB-AFDF-71B0DFBB7710}"/>
              </a:ext>
            </a:extLst>
          </p:cNvPr>
          <p:cNvSpPr txBox="1">
            <a:spLocks noChangeArrowheads="1"/>
          </p:cNvSpPr>
          <p:nvPr/>
        </p:nvSpPr>
        <p:spPr bwMode="auto">
          <a:xfrm>
            <a:off x="5867400" y="4953000"/>
            <a:ext cx="2438400" cy="495300"/>
          </a:xfrm>
          <a:prstGeom prst="rect">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20000"/>
              </a:spcBef>
            </a:pPr>
            <a:r>
              <a:rPr lang="en-US" altLang="en-US">
                <a:cs typeface="Times New Roman" panose="02020603050405020304" pitchFamily="18" charset="0"/>
              </a:rPr>
              <a:t>This is a constant.</a:t>
            </a:r>
            <a:endParaRPr lang="en-US" altLang="en-US"/>
          </a:p>
        </p:txBody>
      </p:sp>
      <p:sp>
        <p:nvSpPr>
          <p:cNvPr id="461840" name="Line 16">
            <a:extLst>
              <a:ext uri="{FF2B5EF4-FFF2-40B4-BE49-F238E27FC236}">
                <a16:creationId xmlns:a16="http://schemas.microsoft.com/office/drawing/2014/main" id="{3A86737D-67EB-4367-BE91-5F878FAD9532}"/>
              </a:ext>
            </a:extLst>
          </p:cNvPr>
          <p:cNvSpPr>
            <a:spLocks noChangeShapeType="1"/>
          </p:cNvSpPr>
          <p:nvPr/>
        </p:nvSpPr>
        <p:spPr bwMode="auto">
          <a:xfrm flipH="1">
            <a:off x="4876800" y="5181600"/>
            <a:ext cx="990600" cy="838200"/>
          </a:xfrm>
          <a:prstGeom prst="line">
            <a:avLst/>
          </a:prstGeom>
          <a:noFill/>
          <a:ln w="38100">
            <a:solidFill>
              <a:schemeClr val="accent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1841" name="Rectangle 17">
            <a:extLst>
              <a:ext uri="{FF2B5EF4-FFF2-40B4-BE49-F238E27FC236}">
                <a16:creationId xmlns:a16="http://schemas.microsoft.com/office/drawing/2014/main" id="{6516BC3C-8880-459C-977F-66496E033D8F}"/>
              </a:ext>
            </a:extLst>
          </p:cNvPr>
          <p:cNvSpPr>
            <a:spLocks noChangeArrowheads="1"/>
          </p:cNvSpPr>
          <p:nvPr/>
        </p:nvSpPr>
        <p:spPr bwMode="auto">
          <a:xfrm>
            <a:off x="3962400" y="5638800"/>
            <a:ext cx="914400" cy="838200"/>
          </a:xfrm>
          <a:prstGeom prst="rect">
            <a:avLst/>
          </a:prstGeom>
          <a:noFill/>
          <a:ln w="3810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61842" name="Group 18">
            <a:extLst>
              <a:ext uri="{FF2B5EF4-FFF2-40B4-BE49-F238E27FC236}">
                <a16:creationId xmlns:a16="http://schemas.microsoft.com/office/drawing/2014/main" id="{7FE16A6D-205A-4739-889B-CE574CF4ACAE}"/>
              </a:ext>
            </a:extLst>
          </p:cNvPr>
          <p:cNvGrpSpPr>
            <a:grpSpLocks/>
          </p:cNvGrpSpPr>
          <p:nvPr/>
        </p:nvGrpSpPr>
        <p:grpSpPr bwMode="auto">
          <a:xfrm>
            <a:off x="4953000" y="152400"/>
            <a:ext cx="1600200" cy="1447800"/>
            <a:chOff x="3120" y="96"/>
            <a:chExt cx="1008" cy="912"/>
          </a:xfrm>
        </p:grpSpPr>
        <p:sp>
          <p:nvSpPr>
            <p:cNvPr id="461843" name="Rectangle 19">
              <a:extLst>
                <a:ext uri="{FF2B5EF4-FFF2-40B4-BE49-F238E27FC236}">
                  <a16:creationId xmlns:a16="http://schemas.microsoft.com/office/drawing/2014/main" id="{43B634AE-F841-42A0-9075-43C24775CAB0}"/>
                </a:ext>
              </a:extLst>
            </p:cNvPr>
            <p:cNvSpPr>
              <a:spLocks noChangeArrowheads="1"/>
            </p:cNvSpPr>
            <p:nvPr/>
          </p:nvSpPr>
          <p:spPr bwMode="auto">
            <a:xfrm>
              <a:off x="3120" y="96"/>
              <a:ext cx="1008" cy="91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61844" name="Picture 20">
              <a:extLst>
                <a:ext uri="{FF2B5EF4-FFF2-40B4-BE49-F238E27FC236}">
                  <a16:creationId xmlns:a16="http://schemas.microsoft.com/office/drawing/2014/main" id="{2AE7DEE6-FBC5-47F4-8765-841FA5A9406B}"/>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168" y="144"/>
              <a:ext cx="900" cy="806"/>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83" name="Rectangle 11">
            <a:extLst>
              <a:ext uri="{FF2B5EF4-FFF2-40B4-BE49-F238E27FC236}">
                <a16:creationId xmlns:a16="http://schemas.microsoft.com/office/drawing/2014/main" id="{5A350C4B-2D63-4679-92F5-48E880057A02}"/>
              </a:ext>
            </a:extLst>
          </p:cNvPr>
          <p:cNvSpPr>
            <a:spLocks noChangeArrowheads="1"/>
          </p:cNvSpPr>
          <p:nvPr/>
        </p:nvSpPr>
        <p:spPr bwMode="auto">
          <a:xfrm>
            <a:off x="1143000" y="4343400"/>
            <a:ext cx="3352800" cy="990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82" name="Rectangle 10">
            <a:extLst>
              <a:ext uri="{FF2B5EF4-FFF2-40B4-BE49-F238E27FC236}">
                <a16:creationId xmlns:a16="http://schemas.microsoft.com/office/drawing/2014/main" id="{9570AD60-2305-4B40-A3A4-05D436CA3302}"/>
              </a:ext>
            </a:extLst>
          </p:cNvPr>
          <p:cNvSpPr>
            <a:spLocks noChangeArrowheads="1"/>
          </p:cNvSpPr>
          <p:nvPr/>
        </p:nvSpPr>
        <p:spPr bwMode="auto">
          <a:xfrm>
            <a:off x="533400" y="2514600"/>
            <a:ext cx="4419600" cy="12192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3874" name="Rectangle 2">
            <a:extLst>
              <a:ext uri="{FF2B5EF4-FFF2-40B4-BE49-F238E27FC236}">
                <a16:creationId xmlns:a16="http://schemas.microsoft.com/office/drawing/2014/main" id="{5D8AE6E6-71B1-431E-8B56-3E81FE70430D}"/>
              </a:ext>
            </a:extLst>
          </p:cNvPr>
          <p:cNvSpPr>
            <a:spLocks noGrp="1" noChangeArrowheads="1"/>
          </p:cNvSpPr>
          <p:nvPr>
            <p:ph type="title"/>
          </p:nvPr>
        </p:nvSpPr>
        <p:spPr>
          <a:xfrm>
            <a:off x="2438400" y="152400"/>
            <a:ext cx="6553200" cy="762000"/>
          </a:xfrm>
        </p:spPr>
        <p:txBody>
          <a:bodyPr/>
          <a:lstStyle/>
          <a:p>
            <a:r>
              <a:rPr lang="en-US" altLang="en-US" sz="3600"/>
              <a:t>Energy in Inductors, Derivation</a:t>
            </a:r>
          </a:p>
        </p:txBody>
      </p:sp>
      <p:sp>
        <p:nvSpPr>
          <p:cNvPr id="463875" name="Rectangle 3">
            <a:extLst>
              <a:ext uri="{FF2B5EF4-FFF2-40B4-BE49-F238E27FC236}">
                <a16:creationId xmlns:a16="http://schemas.microsoft.com/office/drawing/2014/main" id="{76939B92-ECF4-41B7-BF5F-8B297BBEC813}"/>
              </a:ext>
            </a:extLst>
          </p:cNvPr>
          <p:cNvSpPr>
            <a:spLocks noGrp="1" noChangeArrowheads="1"/>
          </p:cNvSpPr>
          <p:nvPr>
            <p:ph type="body" idx="1"/>
          </p:nvPr>
        </p:nvSpPr>
        <p:spPr>
          <a:xfrm>
            <a:off x="152400" y="990600"/>
            <a:ext cx="8763000" cy="1676400"/>
          </a:xfrm>
        </p:spPr>
        <p:txBody>
          <a:bodyPr/>
          <a:lstStyle/>
          <a:p>
            <a:pPr>
              <a:buFontTx/>
              <a:buNone/>
            </a:pPr>
            <a:r>
              <a:rPr lang="en-US" altLang="en-US" sz="2400"/>
              <a:t>We can take the defining equation for the inductor, and use it to solve for the energy stored in the magnetic field associated with the inductor.  First, we note that the power is voltage times current, as it has always been.  So, we can write,</a:t>
            </a:r>
          </a:p>
        </p:txBody>
      </p:sp>
      <p:sp>
        <p:nvSpPr>
          <p:cNvPr id="463876" name="Rectangle 4">
            <a:extLst>
              <a:ext uri="{FF2B5EF4-FFF2-40B4-BE49-F238E27FC236}">
                <a16:creationId xmlns:a16="http://schemas.microsoft.com/office/drawing/2014/main" id="{926CF7BE-2F78-4174-A7BE-E0B195966EEA}"/>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63877" name="Object 5">
            <a:extLst>
              <a:ext uri="{FF2B5EF4-FFF2-40B4-BE49-F238E27FC236}">
                <a16:creationId xmlns:a16="http://schemas.microsoft.com/office/drawing/2014/main" id="{281AF9AB-9308-4F73-8485-21548E20926F}"/>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63877" name="Object 5">
                        <a:extLst>
                          <a:ext uri="{FF2B5EF4-FFF2-40B4-BE49-F238E27FC236}">
                            <a16:creationId xmlns:a16="http://schemas.microsoft.com/office/drawing/2014/main" id="{281AF9AB-9308-4F73-8485-21548E2092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3878" name="Object 6">
            <a:extLst>
              <a:ext uri="{FF2B5EF4-FFF2-40B4-BE49-F238E27FC236}">
                <a16:creationId xmlns:a16="http://schemas.microsoft.com/office/drawing/2014/main" id="{A69910BB-EE81-4F7B-9B37-B45110784E5A}"/>
              </a:ext>
            </a:extLst>
          </p:cNvPr>
          <p:cNvGraphicFramePr>
            <a:graphicFrameLocks noChangeAspect="1"/>
          </p:cNvGraphicFramePr>
          <p:nvPr/>
        </p:nvGraphicFramePr>
        <p:xfrm>
          <a:off x="609600" y="2590800"/>
          <a:ext cx="4287838" cy="1022350"/>
        </p:xfrm>
        <a:graphic>
          <a:graphicData uri="http://schemas.openxmlformats.org/presentationml/2006/ole">
            <mc:AlternateContent xmlns:mc="http://schemas.openxmlformats.org/markup-compatibility/2006">
              <mc:Choice xmlns:v="urn:schemas-microsoft-com:vml" Requires="v">
                <p:oleObj name="Equation" r:id="rId5" imgW="1650960" imgH="393480" progId="Equation.DSMT4">
                  <p:embed/>
                </p:oleObj>
              </mc:Choice>
              <mc:Fallback>
                <p:oleObj name="Equation" r:id="rId5" imgW="1650960" imgH="393480" progId="Equation.DSMT4">
                  <p:embed/>
                  <p:pic>
                    <p:nvPicPr>
                      <p:cNvPr id="463878" name="Object 6">
                        <a:extLst>
                          <a:ext uri="{FF2B5EF4-FFF2-40B4-BE49-F238E27FC236}">
                            <a16:creationId xmlns:a16="http://schemas.microsoft.com/office/drawing/2014/main" id="{A69910BB-EE81-4F7B-9B37-B45110784E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2590800"/>
                        <a:ext cx="4287838" cy="102235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79" name="Text Box 7">
            <a:extLst>
              <a:ext uri="{FF2B5EF4-FFF2-40B4-BE49-F238E27FC236}">
                <a16:creationId xmlns:a16="http://schemas.microsoft.com/office/drawing/2014/main" id="{0AFD8932-81E3-468E-8C92-0E301037C07A}"/>
              </a:ext>
            </a:extLst>
          </p:cNvPr>
          <p:cNvSpPr txBox="1">
            <a:spLocks noChangeArrowheads="1"/>
          </p:cNvSpPr>
          <p:nvPr/>
        </p:nvSpPr>
        <p:spPr bwMode="auto">
          <a:xfrm>
            <a:off x="381000" y="3886200"/>
            <a:ext cx="78978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2000">
                <a:latin typeface="Arial" panose="020B0604020202020204" pitchFamily="34" charset="0"/>
              </a:rPr>
              <a:t>Now, we can multiply each side by </a:t>
            </a:r>
            <a:r>
              <a:rPr lang="en-US" altLang="en-US" sz="2000" i="1">
                <a:latin typeface="Arial" panose="020B0604020202020204" pitchFamily="34" charset="0"/>
              </a:rPr>
              <a:t>dt</a:t>
            </a:r>
            <a:r>
              <a:rPr lang="en-US" altLang="en-US" sz="2000">
                <a:latin typeface="Arial" panose="020B0604020202020204" pitchFamily="34" charset="0"/>
              </a:rPr>
              <a:t>, and integrate both sides to get</a:t>
            </a:r>
          </a:p>
        </p:txBody>
      </p:sp>
      <p:graphicFrame>
        <p:nvGraphicFramePr>
          <p:cNvPr id="463880" name="Object 8">
            <a:extLst>
              <a:ext uri="{FF2B5EF4-FFF2-40B4-BE49-F238E27FC236}">
                <a16:creationId xmlns:a16="http://schemas.microsoft.com/office/drawing/2014/main" id="{8B13E243-282B-423B-8DEC-8C7DC95B42D2}"/>
              </a:ext>
            </a:extLst>
          </p:cNvPr>
          <p:cNvGraphicFramePr>
            <a:graphicFrameLocks noChangeAspect="1"/>
          </p:cNvGraphicFramePr>
          <p:nvPr/>
        </p:nvGraphicFramePr>
        <p:xfrm>
          <a:off x="1230313" y="4425950"/>
          <a:ext cx="3198812" cy="857250"/>
        </p:xfrm>
        <a:graphic>
          <a:graphicData uri="http://schemas.openxmlformats.org/presentationml/2006/ole">
            <mc:AlternateContent xmlns:mc="http://schemas.openxmlformats.org/markup-compatibility/2006">
              <mc:Choice xmlns:v="urn:schemas-microsoft-com:vml" Requires="v">
                <p:oleObj name="Equation" r:id="rId7" imgW="1231560" imgH="330120" progId="Equation.DSMT4">
                  <p:embed/>
                </p:oleObj>
              </mc:Choice>
              <mc:Fallback>
                <p:oleObj name="Equation" r:id="rId7" imgW="1231560" imgH="330120" progId="Equation.DSMT4">
                  <p:embed/>
                  <p:pic>
                    <p:nvPicPr>
                      <p:cNvPr id="463880" name="Object 8">
                        <a:extLst>
                          <a:ext uri="{FF2B5EF4-FFF2-40B4-BE49-F238E27FC236}">
                            <a16:creationId xmlns:a16="http://schemas.microsoft.com/office/drawing/2014/main" id="{8B13E243-282B-423B-8DEC-8C7DC95B42D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30313" y="4425950"/>
                        <a:ext cx="3198812" cy="85725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3881" name="Text Box 9">
            <a:extLst>
              <a:ext uri="{FF2B5EF4-FFF2-40B4-BE49-F238E27FC236}">
                <a16:creationId xmlns:a16="http://schemas.microsoft.com/office/drawing/2014/main" id="{7E23E257-EEEF-4723-ADE8-877BE43DDF49}"/>
              </a:ext>
            </a:extLst>
          </p:cNvPr>
          <p:cNvSpPr txBox="1">
            <a:spLocks noChangeArrowheads="1"/>
          </p:cNvSpPr>
          <p:nvPr/>
        </p:nvSpPr>
        <p:spPr bwMode="auto">
          <a:xfrm>
            <a:off x="228600" y="5257800"/>
            <a:ext cx="86868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a:latin typeface="Arial" panose="020B0604020202020204" pitchFamily="34" charset="0"/>
              </a:rPr>
              <a:t>Note, that when we integrated, we needed limits.  We know that when the current is zero, there is no magnetic field, and therefore there can be no energy in the magnetic field.  That allowed us to use 0 for the lower limits.  The upper limits came since we will have the energy stored, </a:t>
            </a:r>
            <a:r>
              <a:rPr lang="en-US" altLang="en-US" sz="2000" i="1">
                <a:latin typeface="Arial" panose="020B0604020202020204" pitchFamily="34" charset="0"/>
              </a:rPr>
              <a:t>w</a:t>
            </a:r>
            <a:r>
              <a:rPr lang="en-US" altLang="en-US" sz="2000" i="1" baseline="-25000">
                <a:latin typeface="Arial" panose="020B0604020202020204" pitchFamily="34" charset="0"/>
              </a:rPr>
              <a:t>L</a:t>
            </a:r>
            <a:r>
              <a:rPr lang="en-US" altLang="en-US" sz="2000">
                <a:latin typeface="Arial" panose="020B0604020202020204" pitchFamily="34" charset="0"/>
              </a:rPr>
              <a:t>, for a given value of current, </a:t>
            </a:r>
            <a:r>
              <a:rPr lang="en-US" altLang="en-US" sz="2000" i="1">
                <a:latin typeface="Arial" panose="020B0604020202020204" pitchFamily="34" charset="0"/>
              </a:rPr>
              <a:t>i</a:t>
            </a:r>
            <a:r>
              <a:rPr lang="en-US" altLang="en-US" sz="2000" i="1" baseline="-25000">
                <a:latin typeface="Arial" panose="020B0604020202020204" pitchFamily="34" charset="0"/>
              </a:rPr>
              <a:t>L</a:t>
            </a:r>
            <a:r>
              <a:rPr lang="en-US" altLang="en-US" sz="2000">
                <a:latin typeface="Arial" panose="020B0604020202020204" pitchFamily="34" charset="0"/>
              </a:rPr>
              <a:t>.  The derivation continues on the next slide.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32" name="Rectangle 12">
            <a:extLst>
              <a:ext uri="{FF2B5EF4-FFF2-40B4-BE49-F238E27FC236}">
                <a16:creationId xmlns:a16="http://schemas.microsoft.com/office/drawing/2014/main" id="{223F2CD1-88C2-4E6F-BB7E-CF1A502835BB}"/>
              </a:ext>
            </a:extLst>
          </p:cNvPr>
          <p:cNvSpPr>
            <a:spLocks noChangeArrowheads="1"/>
          </p:cNvSpPr>
          <p:nvPr/>
        </p:nvSpPr>
        <p:spPr bwMode="auto">
          <a:xfrm>
            <a:off x="2514600" y="3657600"/>
            <a:ext cx="3657600" cy="1524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5931" name="Rectangle 11">
            <a:extLst>
              <a:ext uri="{FF2B5EF4-FFF2-40B4-BE49-F238E27FC236}">
                <a16:creationId xmlns:a16="http://schemas.microsoft.com/office/drawing/2014/main" id="{138ADE73-9650-4F8D-813B-13A6C6A12412}"/>
              </a:ext>
            </a:extLst>
          </p:cNvPr>
          <p:cNvSpPr>
            <a:spLocks noChangeArrowheads="1"/>
          </p:cNvSpPr>
          <p:nvPr/>
        </p:nvSpPr>
        <p:spPr bwMode="auto">
          <a:xfrm>
            <a:off x="1981200" y="1524000"/>
            <a:ext cx="3352800" cy="990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65922" name="Rectangle 2">
            <a:extLst>
              <a:ext uri="{FF2B5EF4-FFF2-40B4-BE49-F238E27FC236}">
                <a16:creationId xmlns:a16="http://schemas.microsoft.com/office/drawing/2014/main" id="{5C29713A-70C7-47FF-9ECD-EC77A8601FD9}"/>
              </a:ext>
            </a:extLst>
          </p:cNvPr>
          <p:cNvSpPr>
            <a:spLocks noGrp="1" noChangeArrowheads="1"/>
          </p:cNvSpPr>
          <p:nvPr>
            <p:ph type="title"/>
          </p:nvPr>
        </p:nvSpPr>
        <p:spPr>
          <a:xfrm>
            <a:off x="2438400" y="152400"/>
            <a:ext cx="6553200" cy="762000"/>
          </a:xfrm>
        </p:spPr>
        <p:txBody>
          <a:bodyPr/>
          <a:lstStyle/>
          <a:p>
            <a:r>
              <a:rPr lang="en-US" altLang="en-US" sz="3600"/>
              <a:t>Energy in Inductors, Formula</a:t>
            </a:r>
          </a:p>
        </p:txBody>
      </p:sp>
      <p:sp>
        <p:nvSpPr>
          <p:cNvPr id="465923" name="Rectangle 3">
            <a:extLst>
              <a:ext uri="{FF2B5EF4-FFF2-40B4-BE49-F238E27FC236}">
                <a16:creationId xmlns:a16="http://schemas.microsoft.com/office/drawing/2014/main" id="{5A137E6B-D925-4AB5-8845-F0B04F578A12}"/>
              </a:ext>
            </a:extLst>
          </p:cNvPr>
          <p:cNvSpPr>
            <a:spLocks noGrp="1" noChangeArrowheads="1"/>
          </p:cNvSpPr>
          <p:nvPr>
            <p:ph type="body" idx="1"/>
          </p:nvPr>
        </p:nvSpPr>
        <p:spPr>
          <a:xfrm>
            <a:off x="152400" y="990600"/>
            <a:ext cx="8763000" cy="609600"/>
          </a:xfrm>
        </p:spPr>
        <p:txBody>
          <a:bodyPr/>
          <a:lstStyle/>
          <a:p>
            <a:pPr>
              <a:buFontTx/>
              <a:buNone/>
            </a:pPr>
            <a:r>
              <a:rPr lang="en-US" altLang="en-US" sz="2400"/>
              <a:t>We had the integral for the energy,</a:t>
            </a:r>
          </a:p>
        </p:txBody>
      </p:sp>
      <p:sp>
        <p:nvSpPr>
          <p:cNvPr id="465924" name="Rectangle 4">
            <a:extLst>
              <a:ext uri="{FF2B5EF4-FFF2-40B4-BE49-F238E27FC236}">
                <a16:creationId xmlns:a16="http://schemas.microsoft.com/office/drawing/2014/main" id="{081A3DA2-13B2-4611-8DAC-82D88B859970}"/>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65925" name="Object 5">
            <a:extLst>
              <a:ext uri="{FF2B5EF4-FFF2-40B4-BE49-F238E27FC236}">
                <a16:creationId xmlns:a16="http://schemas.microsoft.com/office/drawing/2014/main" id="{BEEA17D0-74A8-44DB-B1A0-3F9C77928EF9}"/>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65925" name="Object 5">
                        <a:extLst>
                          <a:ext uri="{FF2B5EF4-FFF2-40B4-BE49-F238E27FC236}">
                            <a16:creationId xmlns:a16="http://schemas.microsoft.com/office/drawing/2014/main" id="{BEEA17D0-74A8-44DB-B1A0-3F9C77928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5926" name="Object 6">
            <a:extLst>
              <a:ext uri="{FF2B5EF4-FFF2-40B4-BE49-F238E27FC236}">
                <a16:creationId xmlns:a16="http://schemas.microsoft.com/office/drawing/2014/main" id="{20B02FD4-A495-4A63-A200-83008492FC60}"/>
              </a:ext>
            </a:extLst>
          </p:cNvPr>
          <p:cNvGraphicFramePr>
            <a:graphicFrameLocks noChangeAspect="1"/>
          </p:cNvGraphicFramePr>
          <p:nvPr/>
        </p:nvGraphicFramePr>
        <p:xfrm>
          <a:off x="2057400" y="1600200"/>
          <a:ext cx="3198813" cy="857250"/>
        </p:xfrm>
        <a:graphic>
          <a:graphicData uri="http://schemas.openxmlformats.org/presentationml/2006/ole">
            <mc:AlternateContent xmlns:mc="http://schemas.openxmlformats.org/markup-compatibility/2006">
              <mc:Choice xmlns:v="urn:schemas-microsoft-com:vml" Requires="v">
                <p:oleObj name="Equation" r:id="rId5" imgW="1231560" imgH="330120" progId="Equation.DSMT4">
                  <p:embed/>
                </p:oleObj>
              </mc:Choice>
              <mc:Fallback>
                <p:oleObj name="Equation" r:id="rId5" imgW="1231560" imgH="330120" progId="Equation.DSMT4">
                  <p:embed/>
                  <p:pic>
                    <p:nvPicPr>
                      <p:cNvPr id="465926" name="Object 6">
                        <a:extLst>
                          <a:ext uri="{FF2B5EF4-FFF2-40B4-BE49-F238E27FC236}">
                            <a16:creationId xmlns:a16="http://schemas.microsoft.com/office/drawing/2014/main" id="{20B02FD4-A495-4A63-A200-83008492FC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7400" y="1600200"/>
                        <a:ext cx="3198813" cy="857250"/>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5927" name="Text Box 7">
            <a:extLst>
              <a:ext uri="{FF2B5EF4-FFF2-40B4-BE49-F238E27FC236}">
                <a16:creationId xmlns:a16="http://schemas.microsoft.com/office/drawing/2014/main" id="{001F0FD5-166E-4437-98DB-743A5272214A}"/>
              </a:ext>
            </a:extLst>
          </p:cNvPr>
          <p:cNvSpPr txBox="1">
            <a:spLocks noChangeArrowheads="1"/>
          </p:cNvSpPr>
          <p:nvPr/>
        </p:nvSpPr>
        <p:spPr bwMode="auto">
          <a:xfrm>
            <a:off x="228600" y="2743200"/>
            <a:ext cx="86868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a:latin typeface="Arial" panose="020B0604020202020204" pitchFamily="34" charset="0"/>
              </a:rPr>
              <a:t>Now, we perform the integration.  Note that </a:t>
            </a:r>
            <a:r>
              <a:rPr lang="en-US" altLang="en-US" sz="2000" i="1">
                <a:latin typeface="Arial" panose="020B0604020202020204" pitchFamily="34" charset="0"/>
              </a:rPr>
              <a:t>L</a:t>
            </a:r>
            <a:r>
              <a:rPr lang="en-US" altLang="en-US" sz="2000" i="1" baseline="-25000">
                <a:latin typeface="Arial" panose="020B0604020202020204" pitchFamily="34" charset="0"/>
              </a:rPr>
              <a:t>X</a:t>
            </a:r>
            <a:r>
              <a:rPr lang="en-US" altLang="en-US" sz="2000">
                <a:latin typeface="Arial" panose="020B0604020202020204" pitchFamily="34" charset="0"/>
              </a:rPr>
              <a:t> is a constant, independent of the current through the inductor, so we can take it out of the integral.  We have</a:t>
            </a:r>
          </a:p>
        </p:txBody>
      </p:sp>
      <p:graphicFrame>
        <p:nvGraphicFramePr>
          <p:cNvPr id="465928" name="Object 8">
            <a:extLst>
              <a:ext uri="{FF2B5EF4-FFF2-40B4-BE49-F238E27FC236}">
                <a16:creationId xmlns:a16="http://schemas.microsoft.com/office/drawing/2014/main" id="{5C519BDD-361A-48E8-BF0F-EB258B8FDB29}"/>
              </a:ext>
            </a:extLst>
          </p:cNvPr>
          <p:cNvGraphicFramePr>
            <a:graphicFrameLocks noChangeAspect="1"/>
          </p:cNvGraphicFramePr>
          <p:nvPr/>
        </p:nvGraphicFramePr>
        <p:xfrm>
          <a:off x="2590800" y="3733800"/>
          <a:ext cx="3495675" cy="1317625"/>
        </p:xfrm>
        <a:graphic>
          <a:graphicData uri="http://schemas.openxmlformats.org/presentationml/2006/ole">
            <mc:AlternateContent xmlns:mc="http://schemas.openxmlformats.org/markup-compatibility/2006">
              <mc:Choice xmlns:v="urn:schemas-microsoft-com:vml" Requires="v">
                <p:oleObj name="Equation" r:id="rId7" imgW="1346040" imgH="507960" progId="Equation.DSMT4">
                  <p:embed/>
                </p:oleObj>
              </mc:Choice>
              <mc:Fallback>
                <p:oleObj name="Equation" r:id="rId7" imgW="1346040" imgH="507960" progId="Equation.DSMT4">
                  <p:embed/>
                  <p:pic>
                    <p:nvPicPr>
                      <p:cNvPr id="465928" name="Object 8">
                        <a:extLst>
                          <a:ext uri="{FF2B5EF4-FFF2-40B4-BE49-F238E27FC236}">
                            <a16:creationId xmlns:a16="http://schemas.microsoft.com/office/drawing/2014/main" id="{5C519BDD-361A-48E8-BF0F-EB258B8FDB2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90800" y="3733800"/>
                        <a:ext cx="3495675" cy="1317625"/>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5929" name="Text Box 9">
            <a:extLst>
              <a:ext uri="{FF2B5EF4-FFF2-40B4-BE49-F238E27FC236}">
                <a16:creationId xmlns:a16="http://schemas.microsoft.com/office/drawing/2014/main" id="{2D53A6FB-20A8-4FC8-ACFB-3319DF3EB923}"/>
              </a:ext>
            </a:extLst>
          </p:cNvPr>
          <p:cNvSpPr txBox="1">
            <a:spLocks noChangeArrowheads="1"/>
          </p:cNvSpPr>
          <p:nvPr/>
        </p:nvSpPr>
        <p:spPr bwMode="auto">
          <a:xfrm>
            <a:off x="152400" y="5257800"/>
            <a:ext cx="8686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a:latin typeface="Arial" panose="020B0604020202020204" pitchFamily="34" charset="0"/>
              </a:rPr>
              <a:t>We simplify this, and get the formula for energy stored in the inductor,</a:t>
            </a:r>
          </a:p>
        </p:txBody>
      </p:sp>
      <p:graphicFrame>
        <p:nvGraphicFramePr>
          <p:cNvPr id="465930" name="Object 10">
            <a:extLst>
              <a:ext uri="{FF2B5EF4-FFF2-40B4-BE49-F238E27FC236}">
                <a16:creationId xmlns:a16="http://schemas.microsoft.com/office/drawing/2014/main" id="{1E1EA0CE-BEB7-4E8E-8785-26FE7E982677}"/>
              </a:ext>
            </a:extLst>
          </p:cNvPr>
          <p:cNvGraphicFramePr>
            <a:graphicFrameLocks noChangeAspect="1"/>
          </p:cNvGraphicFramePr>
          <p:nvPr/>
        </p:nvGraphicFramePr>
        <p:xfrm>
          <a:off x="3276600" y="5867400"/>
          <a:ext cx="2374900" cy="790575"/>
        </p:xfrm>
        <a:graphic>
          <a:graphicData uri="http://schemas.openxmlformats.org/presentationml/2006/ole">
            <mc:AlternateContent xmlns:mc="http://schemas.openxmlformats.org/markup-compatibility/2006">
              <mc:Choice xmlns:v="urn:schemas-microsoft-com:vml" Requires="v">
                <p:oleObj name="Equation" r:id="rId9" imgW="914400" imgH="304560" progId="Equation.DSMT4">
                  <p:embed/>
                </p:oleObj>
              </mc:Choice>
              <mc:Fallback>
                <p:oleObj name="Equation" r:id="rId9" imgW="914400" imgH="304560" progId="Equation.DSMT4">
                  <p:embed/>
                  <p:pic>
                    <p:nvPicPr>
                      <p:cNvPr id="465930" name="Object 10">
                        <a:extLst>
                          <a:ext uri="{FF2B5EF4-FFF2-40B4-BE49-F238E27FC236}">
                            <a16:creationId xmlns:a16="http://schemas.microsoft.com/office/drawing/2014/main" id="{1E1EA0CE-BEB7-4E8E-8785-26FE7E9826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5867400"/>
                        <a:ext cx="2374900" cy="790575"/>
                      </a:xfrm>
                      <a:prstGeom prst="rect">
                        <a:avLst/>
                      </a:prstGeom>
                      <a:solidFill>
                        <a:srgbClr val="66FFFF"/>
                      </a:soli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14" name="Rectangle 2">
            <a:extLst>
              <a:ext uri="{FF2B5EF4-FFF2-40B4-BE49-F238E27FC236}">
                <a16:creationId xmlns:a16="http://schemas.microsoft.com/office/drawing/2014/main" id="{F5B183D2-5856-46A6-84F1-3955CDEDDEBC}"/>
              </a:ext>
            </a:extLst>
          </p:cNvPr>
          <p:cNvSpPr>
            <a:spLocks noGrp="1" noChangeArrowheads="1"/>
          </p:cNvSpPr>
          <p:nvPr>
            <p:ph type="title"/>
          </p:nvPr>
        </p:nvSpPr>
        <p:spPr>
          <a:xfrm>
            <a:off x="1371600" y="0"/>
            <a:ext cx="7086600" cy="685800"/>
          </a:xfrm>
        </p:spPr>
        <p:txBody>
          <a:bodyPr/>
          <a:lstStyle/>
          <a:p>
            <a:r>
              <a:rPr lang="en-US" altLang="en-US" sz="4000" dirty="0"/>
              <a:t>Mutual Inductance</a:t>
            </a:r>
          </a:p>
        </p:txBody>
      </p:sp>
      <p:sp>
        <p:nvSpPr>
          <p:cNvPr id="1216515" name="Rectangle 3">
            <a:extLst>
              <a:ext uri="{FF2B5EF4-FFF2-40B4-BE49-F238E27FC236}">
                <a16:creationId xmlns:a16="http://schemas.microsoft.com/office/drawing/2014/main" id="{0D9BCECA-DDAD-4F4C-9589-B992D505763B}"/>
              </a:ext>
            </a:extLst>
          </p:cNvPr>
          <p:cNvSpPr>
            <a:spLocks noGrp="1" noChangeArrowheads="1"/>
          </p:cNvSpPr>
          <p:nvPr>
            <p:ph type="body" idx="1"/>
          </p:nvPr>
        </p:nvSpPr>
        <p:spPr>
          <a:xfrm>
            <a:off x="292436" y="1143000"/>
            <a:ext cx="5270163" cy="5334000"/>
          </a:xfrm>
        </p:spPr>
        <p:txBody>
          <a:bodyPr/>
          <a:lstStyle/>
          <a:p>
            <a:pPr marL="6350" indent="346075">
              <a:buFontTx/>
              <a:buNone/>
            </a:pPr>
            <a:r>
              <a:rPr lang="en-US" altLang="en-US" sz="2800" dirty="0">
                <a:cs typeface="Times New Roman" panose="02020603050405020304" pitchFamily="18" charset="0"/>
              </a:rPr>
              <a:t>Inductors model the interaction between magnetic fields and voltage and current.  However, the magnetic field from one coil can have an effect on another coil.  Thus, one inductor can affect another inductor.  This effect does not just occur; we can use it to produce desired results, most significantly, in transformers, covered in the next lecture set.  </a:t>
            </a:r>
            <a:endParaRPr lang="en-US" altLang="en-US" sz="2800" dirty="0"/>
          </a:p>
        </p:txBody>
      </p:sp>
      <p:sp>
        <p:nvSpPr>
          <p:cNvPr id="1216516" name="Text Box 4">
            <a:extLst>
              <a:ext uri="{FF2B5EF4-FFF2-40B4-BE49-F238E27FC236}">
                <a16:creationId xmlns:a16="http://schemas.microsoft.com/office/drawing/2014/main" id="{CE00EAE4-7BE1-4A37-9A98-9E00D98063D7}"/>
              </a:ext>
            </a:extLst>
          </p:cNvPr>
          <p:cNvSpPr txBox="1">
            <a:spLocks noChangeArrowheads="1"/>
          </p:cNvSpPr>
          <p:nvPr/>
        </p:nvSpPr>
        <p:spPr bwMode="auto">
          <a:xfrm>
            <a:off x="5562600" y="4883150"/>
            <a:ext cx="3581400" cy="19748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lvl1pPr marL="0" indent="0" eaLnBrk="0" hangingPunct="0">
              <a:buClr>
                <a:schemeClr val="tx2"/>
              </a:buClr>
              <a:buNone/>
              <a:defRPr>
                <a:solidFill>
                  <a:schemeClr val="bg1"/>
                </a:solidFill>
                <a:latin typeface="+mn-lt"/>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dirty="0"/>
              <a:t>A transformer is two inductors, whose magnetic fields are joined by a magnetic core.</a:t>
            </a:r>
          </a:p>
        </p:txBody>
      </p:sp>
      <p:pic>
        <p:nvPicPr>
          <p:cNvPr id="1216518" name="Picture 6">
            <a:extLst>
              <a:ext uri="{FF2B5EF4-FFF2-40B4-BE49-F238E27FC236}">
                <a16:creationId xmlns:a16="http://schemas.microsoft.com/office/drawing/2014/main" id="{EFC50D53-AB8D-4D15-89AF-C252631F9D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990601"/>
            <a:ext cx="2782113" cy="3892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62" name="Rectangle 2">
            <a:extLst>
              <a:ext uri="{FF2B5EF4-FFF2-40B4-BE49-F238E27FC236}">
                <a16:creationId xmlns:a16="http://schemas.microsoft.com/office/drawing/2014/main" id="{F3A232A6-10B1-4DCF-ABA6-DE1C33F941BC}"/>
              </a:ext>
            </a:extLst>
          </p:cNvPr>
          <p:cNvSpPr>
            <a:spLocks noGrp="1" noChangeArrowheads="1"/>
          </p:cNvSpPr>
          <p:nvPr>
            <p:ph type="title"/>
          </p:nvPr>
        </p:nvSpPr>
        <p:spPr>
          <a:xfrm>
            <a:off x="228600" y="533400"/>
            <a:ext cx="8610600" cy="685800"/>
          </a:xfrm>
        </p:spPr>
        <p:txBody>
          <a:bodyPr/>
          <a:lstStyle/>
          <a:p>
            <a:r>
              <a:rPr lang="en-US" altLang="en-US" sz="4000"/>
              <a:t>Mutual Inductance </a:t>
            </a:r>
          </a:p>
        </p:txBody>
      </p:sp>
      <p:sp>
        <p:nvSpPr>
          <p:cNvPr id="1218563" name="Rectangle 3">
            <a:extLst>
              <a:ext uri="{FF2B5EF4-FFF2-40B4-BE49-F238E27FC236}">
                <a16:creationId xmlns:a16="http://schemas.microsoft.com/office/drawing/2014/main" id="{42577E2A-487C-46A8-9312-798D0AD551EE}"/>
              </a:ext>
            </a:extLst>
          </p:cNvPr>
          <p:cNvSpPr>
            <a:spLocks noGrp="1" noChangeArrowheads="1"/>
          </p:cNvSpPr>
          <p:nvPr>
            <p:ph type="body" idx="1"/>
          </p:nvPr>
        </p:nvSpPr>
        <p:spPr>
          <a:xfrm>
            <a:off x="381000" y="2057400"/>
            <a:ext cx="8229600" cy="1524000"/>
          </a:xfrm>
        </p:spPr>
        <p:txBody>
          <a:bodyPr/>
          <a:lstStyle/>
          <a:p>
            <a:pPr marL="6350" indent="346075">
              <a:buFontTx/>
              <a:buNone/>
            </a:pPr>
            <a:r>
              <a:rPr lang="en-US" altLang="en-US" sz="2800">
                <a:cs typeface="Times New Roman" panose="02020603050405020304" pitchFamily="18" charset="0"/>
              </a:rPr>
              <a:t>	We model this effect with what we call “mutual inductance”, and we call it </a:t>
            </a:r>
            <a:r>
              <a:rPr lang="en-US" altLang="en-US" sz="2800" i="1">
                <a:cs typeface="Times New Roman" panose="02020603050405020304" pitchFamily="18" charset="0"/>
              </a:rPr>
              <a:t>M</a:t>
            </a:r>
            <a:r>
              <a:rPr lang="en-US" altLang="en-US" sz="2800">
                <a:cs typeface="Times New Roman" panose="02020603050405020304" pitchFamily="18" charset="0"/>
              </a:rPr>
              <a:t>.  We also rename </a:t>
            </a:r>
            <a:r>
              <a:rPr lang="en-US" altLang="en-US" sz="2800" i="1">
                <a:cs typeface="Times New Roman" panose="02020603050405020304" pitchFamily="18" charset="0"/>
              </a:rPr>
              <a:t>L</a:t>
            </a:r>
            <a:r>
              <a:rPr lang="en-US" altLang="en-US" sz="2800">
                <a:cs typeface="Times New Roman" panose="02020603050405020304" pitchFamily="18" charset="0"/>
              </a:rPr>
              <a:t>, as the “self inductance”. </a:t>
            </a:r>
          </a:p>
        </p:txBody>
      </p:sp>
      <p:pic>
        <p:nvPicPr>
          <p:cNvPr id="1218565" name="Picture 5">
            <a:extLst>
              <a:ext uri="{FF2B5EF4-FFF2-40B4-BE49-F238E27FC236}">
                <a16:creationId xmlns:a16="http://schemas.microsoft.com/office/drawing/2014/main" id="{A777DC21-52C6-47AE-9405-5662BD371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875" y="2971800"/>
            <a:ext cx="2778125"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62" name="Rectangle 2">
            <a:extLst>
              <a:ext uri="{FF2B5EF4-FFF2-40B4-BE49-F238E27FC236}">
                <a16:creationId xmlns:a16="http://schemas.microsoft.com/office/drawing/2014/main" id="{767AE530-3DBA-4A8A-B8C2-9AC1985D61FF}"/>
              </a:ext>
            </a:extLst>
          </p:cNvPr>
          <p:cNvSpPr>
            <a:spLocks noGrp="1" noChangeArrowheads="1"/>
          </p:cNvSpPr>
          <p:nvPr>
            <p:ph type="title"/>
          </p:nvPr>
        </p:nvSpPr>
        <p:spPr>
          <a:xfrm>
            <a:off x="228600" y="533400"/>
            <a:ext cx="8610600" cy="685800"/>
          </a:xfrm>
        </p:spPr>
        <p:txBody>
          <a:bodyPr/>
          <a:lstStyle/>
          <a:p>
            <a:r>
              <a:rPr lang="en-US" altLang="en-US" sz="4000"/>
              <a:t>Mutual Inductance </a:t>
            </a:r>
          </a:p>
        </p:txBody>
      </p:sp>
      <p:sp>
        <p:nvSpPr>
          <p:cNvPr id="1269763" name="Rectangle 3">
            <a:extLst>
              <a:ext uri="{FF2B5EF4-FFF2-40B4-BE49-F238E27FC236}">
                <a16:creationId xmlns:a16="http://schemas.microsoft.com/office/drawing/2014/main" id="{4CE0140C-137A-4740-813D-A2A20E8F7836}"/>
              </a:ext>
            </a:extLst>
          </p:cNvPr>
          <p:cNvSpPr>
            <a:spLocks noGrp="1" noChangeArrowheads="1"/>
          </p:cNvSpPr>
          <p:nvPr>
            <p:ph type="body" idx="1"/>
          </p:nvPr>
        </p:nvSpPr>
        <p:spPr>
          <a:xfrm>
            <a:off x="381000" y="2057400"/>
            <a:ext cx="5791200" cy="4267200"/>
          </a:xfrm>
        </p:spPr>
        <p:txBody>
          <a:bodyPr/>
          <a:lstStyle/>
          <a:p>
            <a:pPr marL="6350" indent="346075">
              <a:buFontTx/>
              <a:buNone/>
            </a:pPr>
            <a:r>
              <a:rPr lang="en-US" altLang="en-US" sz="2800">
                <a:cs typeface="Times New Roman" panose="02020603050405020304" pitchFamily="18" charset="0"/>
              </a:rPr>
              <a:t>	We model this effect with what we call “mutual inductance”, and we call it </a:t>
            </a:r>
            <a:r>
              <a:rPr lang="en-US" altLang="en-US" sz="2800" i="1">
                <a:cs typeface="Times New Roman" panose="02020603050405020304" pitchFamily="18" charset="0"/>
              </a:rPr>
              <a:t>M</a:t>
            </a:r>
            <a:r>
              <a:rPr lang="en-US" altLang="en-US" sz="2800">
                <a:cs typeface="Times New Roman" panose="02020603050405020304" pitchFamily="18" charset="0"/>
              </a:rPr>
              <a:t>.  We also rename </a:t>
            </a:r>
            <a:r>
              <a:rPr lang="en-US" altLang="en-US" sz="2800" i="1">
                <a:cs typeface="Times New Roman" panose="02020603050405020304" pitchFamily="18" charset="0"/>
              </a:rPr>
              <a:t>L</a:t>
            </a:r>
            <a:r>
              <a:rPr lang="en-US" altLang="en-US" sz="2800">
                <a:cs typeface="Times New Roman" panose="02020603050405020304" pitchFamily="18" charset="0"/>
              </a:rPr>
              <a:t>, as the “self inductance”. </a:t>
            </a:r>
          </a:p>
          <a:p>
            <a:pPr marL="6350" indent="346075">
              <a:buFontTx/>
              <a:buNone/>
            </a:pPr>
            <a:r>
              <a:rPr lang="en-US" altLang="en-US" sz="2800">
                <a:cs typeface="Arial" panose="020B0604020202020204" pitchFamily="34" charset="0"/>
              </a:rPr>
              <a:t>For our course, we will use the assumption that the influence of one coil on the other, is the same as the second on the first.  That is, </a:t>
            </a:r>
            <a:endParaRPr lang="en-US" altLang="en-US" sz="2800">
              <a:latin typeface="New York" charset="0"/>
              <a:cs typeface="Times New Roman" panose="02020603050405020304" pitchFamily="18" charset="0"/>
            </a:endParaRPr>
          </a:p>
          <a:p>
            <a:pPr marL="6350" indent="346075">
              <a:buFontTx/>
              <a:buNone/>
            </a:pPr>
            <a:r>
              <a:rPr lang="en-US" altLang="en-US" sz="2800">
                <a:cs typeface="Arial" panose="020B0604020202020204" pitchFamily="34" charset="0"/>
              </a:rPr>
              <a:t>	</a:t>
            </a:r>
            <a:r>
              <a:rPr lang="en-US" altLang="en-US" sz="2800" i="1">
                <a:cs typeface="Arial" panose="020B0604020202020204" pitchFamily="34" charset="0"/>
              </a:rPr>
              <a:t>M</a:t>
            </a:r>
            <a:r>
              <a:rPr lang="en-US" altLang="en-US" sz="2800" i="1" baseline="-25000">
                <a:cs typeface="Arial" panose="020B0604020202020204" pitchFamily="34" charset="0"/>
              </a:rPr>
              <a:t>12</a:t>
            </a:r>
            <a:r>
              <a:rPr lang="en-US" altLang="en-US" sz="2800" i="1">
                <a:cs typeface="Arial" panose="020B0604020202020204" pitchFamily="34" charset="0"/>
              </a:rPr>
              <a:t> = M</a:t>
            </a:r>
            <a:r>
              <a:rPr lang="en-US" altLang="en-US" sz="2800" i="1" baseline="-25000">
                <a:cs typeface="Arial" panose="020B0604020202020204" pitchFamily="34" charset="0"/>
              </a:rPr>
              <a:t>21</a:t>
            </a:r>
            <a:r>
              <a:rPr lang="en-US" altLang="en-US" sz="2800" i="1">
                <a:cs typeface="Arial" panose="020B0604020202020204" pitchFamily="34" charset="0"/>
              </a:rPr>
              <a:t> = M</a:t>
            </a:r>
            <a:r>
              <a:rPr lang="en-US" altLang="en-US" sz="2800">
                <a:cs typeface="Arial" panose="020B0604020202020204" pitchFamily="34" charset="0"/>
              </a:rPr>
              <a:t>.</a:t>
            </a:r>
            <a:endParaRPr lang="en-US" altLang="en-US" sz="2800">
              <a:cs typeface="Times New Roman" panose="02020603050405020304" pitchFamily="18" charset="0"/>
            </a:endParaRPr>
          </a:p>
        </p:txBody>
      </p:sp>
      <p:pic>
        <p:nvPicPr>
          <p:cNvPr id="1269764" name="Picture 4">
            <a:extLst>
              <a:ext uri="{FF2B5EF4-FFF2-40B4-BE49-F238E27FC236}">
                <a16:creationId xmlns:a16="http://schemas.microsoft.com/office/drawing/2014/main" id="{EEAC781D-E40F-4877-9FEB-964B29504F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875" y="2971800"/>
            <a:ext cx="2778125"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533400"/>
            <a:ext cx="8610600" cy="685800"/>
          </a:xfrm>
        </p:spPr>
        <p:txBody>
          <a:bodyPr/>
          <a:lstStyle/>
          <a:p>
            <a:r>
              <a:rPr lang="en-US" altLang="en-US" sz="400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5791200" cy="5334000"/>
          </a:xfrm>
          <a:solidFill>
            <a:schemeClr val="accent1"/>
          </a:solidFill>
        </p:spPr>
        <p:txBody>
          <a:bodyPr/>
          <a:lstStyle/>
          <a:p>
            <a:pPr marL="6350" indent="346075">
              <a:lnSpc>
                <a:spcPct val="90000"/>
              </a:lnSpc>
              <a:buFontTx/>
              <a:buNone/>
            </a:pPr>
            <a:r>
              <a:rPr lang="en-US" altLang="en-US">
                <a:cs typeface="Times New Roman" panose="02020603050405020304" pitchFamily="18" charset="0"/>
              </a:rPr>
              <a:t>	We model this effect with what we call “mutual inductance”, and we call it </a:t>
            </a:r>
            <a:r>
              <a:rPr lang="en-US" altLang="en-US" i="1">
                <a:cs typeface="Times New Roman" panose="02020603050405020304" pitchFamily="18" charset="0"/>
              </a:rPr>
              <a:t>M</a:t>
            </a:r>
            <a:r>
              <a:rPr lang="en-US" altLang="en-US">
                <a:cs typeface="Times New Roman" panose="02020603050405020304" pitchFamily="18" charset="0"/>
              </a:rPr>
              <a:t>.  We also rename </a:t>
            </a:r>
            <a:r>
              <a:rPr lang="en-US" altLang="en-US" i="1">
                <a:cs typeface="Times New Roman" panose="02020603050405020304" pitchFamily="18" charset="0"/>
              </a:rPr>
              <a:t>L</a:t>
            </a:r>
            <a:r>
              <a:rPr lang="en-US" altLang="en-US">
                <a:cs typeface="Times New Roman" panose="02020603050405020304" pitchFamily="18" charset="0"/>
              </a:rPr>
              <a:t>, as the “self inductance”. </a:t>
            </a:r>
          </a:p>
          <a:p>
            <a:pPr marL="6350" indent="346075">
              <a:lnSpc>
                <a:spcPct val="90000"/>
              </a:lnSpc>
              <a:buFontTx/>
              <a:buNone/>
            </a:pPr>
            <a:r>
              <a:rPr lang="en-US" altLang="en-US">
                <a:cs typeface="Arial" panose="020B0604020202020204" pitchFamily="34" charset="0"/>
              </a:rPr>
              <a:t>The value of </a:t>
            </a:r>
            <a:r>
              <a:rPr lang="en-US" altLang="en-US" i="1">
                <a:cs typeface="Arial" panose="020B0604020202020204" pitchFamily="34" charset="0"/>
              </a:rPr>
              <a:t>M</a:t>
            </a:r>
            <a:r>
              <a:rPr lang="en-US" altLang="en-US">
                <a:cs typeface="Arial" panose="020B0604020202020204" pitchFamily="34" charset="0"/>
              </a:rPr>
              <a:t> is a function of the coupling of the flux, </a:t>
            </a:r>
            <a:endParaRPr lang="en-US" altLang="en-US">
              <a:latin typeface="New York" charset="0"/>
              <a:cs typeface="Times New Roman" panose="02020603050405020304" pitchFamily="18" charset="0"/>
            </a:endParaRPr>
          </a:p>
          <a:p>
            <a:pPr marL="6350" indent="346075">
              <a:lnSpc>
                <a:spcPct val="90000"/>
              </a:lnSpc>
              <a:buFontTx/>
              <a:buNone/>
            </a:pPr>
            <a:r>
              <a:rPr lang="en-US" altLang="en-US">
                <a:cs typeface="Arial" panose="020B0604020202020204" pitchFamily="34" charset="0"/>
              </a:rPr>
              <a:t> </a:t>
            </a:r>
            <a:endParaRPr lang="en-US" altLang="en-US">
              <a:latin typeface="New York" charset="0"/>
              <a:cs typeface="Times New Roman" panose="02020603050405020304" pitchFamily="18" charset="0"/>
            </a:endParaRPr>
          </a:p>
          <a:p>
            <a:pPr marL="6350" indent="346075">
              <a:lnSpc>
                <a:spcPct val="90000"/>
              </a:lnSpc>
              <a:buFontTx/>
              <a:buNone/>
            </a:pPr>
            <a:r>
              <a:rPr lang="en-US" altLang="en-US">
                <a:cs typeface="Arial" panose="020B0604020202020204" pitchFamily="34" charset="0"/>
              </a:rPr>
              <a:t>The quantity </a:t>
            </a:r>
            <a:r>
              <a:rPr lang="en-US" altLang="en-US" i="1">
                <a:cs typeface="Arial" panose="020B0604020202020204" pitchFamily="34" charset="0"/>
              </a:rPr>
              <a:t>k</a:t>
            </a:r>
            <a:r>
              <a:rPr lang="en-US" altLang="en-US">
                <a:cs typeface="Arial" panose="020B0604020202020204" pitchFamily="34" charset="0"/>
              </a:rPr>
              <a:t> is defined as the “coefficient of coupling”, and </a:t>
            </a:r>
          </a:p>
          <a:p>
            <a:pPr marL="6350" indent="346075">
              <a:lnSpc>
                <a:spcPct val="90000"/>
              </a:lnSpc>
              <a:buFontTx/>
              <a:buNone/>
            </a:pPr>
            <a:endParaRPr lang="en-US" altLang="en-US">
              <a:cs typeface="Arial" panose="020B0604020202020204" pitchFamily="34" charset="0"/>
            </a:endParaRPr>
          </a:p>
        </p:txBody>
      </p:sp>
      <p:pic>
        <p:nvPicPr>
          <p:cNvPr id="1271812" name="Picture 4">
            <a:extLst>
              <a:ext uri="{FF2B5EF4-FFF2-40B4-BE49-F238E27FC236}">
                <a16:creationId xmlns:a16="http://schemas.microsoft.com/office/drawing/2014/main" id="{B015AA1A-ADE6-43C5-A057-26995C6E0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875" y="2971800"/>
            <a:ext cx="2778125" cy="3886200"/>
          </a:xfrm>
          <a:prstGeom prst="rect">
            <a:avLst/>
          </a:prstGeom>
          <a:noFill/>
          <a:extLst>
            <a:ext uri="{909E8E84-426E-40DD-AFC4-6F175D3DCCD1}">
              <a14:hiddenFill xmlns:a14="http://schemas.microsoft.com/office/drawing/2010/main">
                <a:solidFill>
                  <a:srgbClr val="FFFFFF"/>
                </a:solidFill>
              </a14:hiddenFill>
            </a:ext>
          </a:extLst>
        </p:spPr>
      </p:pic>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3538538"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1271813" name="Object 5">
            <a:extLst>
              <a:ext uri="{FF2B5EF4-FFF2-40B4-BE49-F238E27FC236}">
                <a16:creationId xmlns:a16="http://schemas.microsoft.com/office/drawing/2014/main" id="{914EAD4D-538E-4F65-8AEC-3EDEF8C51EB9}"/>
              </a:ext>
            </a:extLst>
          </p:cNvPr>
          <p:cNvGraphicFramePr>
            <a:graphicFrameLocks noChangeAspect="1"/>
          </p:cNvGraphicFramePr>
          <p:nvPr/>
        </p:nvGraphicFramePr>
        <p:xfrm>
          <a:off x="838200" y="4495800"/>
          <a:ext cx="2066925" cy="638175"/>
        </p:xfrm>
        <a:graphic>
          <a:graphicData uri="http://schemas.openxmlformats.org/presentationml/2006/ole">
            <mc:AlternateContent xmlns:mc="http://schemas.openxmlformats.org/markup-compatibility/2006">
              <mc:Choice xmlns:v="urn:schemas-microsoft-com:vml" Requires="v">
                <p:oleObj r:id="rId4" imgW="837836" imgH="253890" progId="Equation.DSMT4">
                  <p:embed/>
                </p:oleObj>
              </mc:Choice>
              <mc:Fallback>
                <p:oleObj r:id="rId4" imgW="837836" imgH="253890" progId="Equation.DSMT4">
                  <p:embed/>
                  <p:pic>
                    <p:nvPicPr>
                      <p:cNvPr id="1271813" name="Object 5">
                        <a:extLst>
                          <a:ext uri="{FF2B5EF4-FFF2-40B4-BE49-F238E27FC236}">
                            <a16:creationId xmlns:a16="http://schemas.microsoft.com/office/drawing/2014/main" id="{914EAD4D-538E-4F65-8AEC-3EDEF8C51E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495800"/>
                        <a:ext cx="2066925"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71816" name="Rectangle 8">
            <a:extLst>
              <a:ext uri="{FF2B5EF4-FFF2-40B4-BE49-F238E27FC236}">
                <a16:creationId xmlns:a16="http://schemas.microsoft.com/office/drawing/2014/main" id="{C1DAE738-1C9A-47C2-80BF-884D8065D1FC}"/>
              </a:ext>
            </a:extLst>
          </p:cNvPr>
          <p:cNvSpPr>
            <a:spLocks noChangeArrowheads="1"/>
          </p:cNvSpPr>
          <p:nvPr/>
        </p:nvSpPr>
        <p:spPr bwMode="auto">
          <a:xfrm>
            <a:off x="3833813"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1271815" name="Object 7">
            <a:extLst>
              <a:ext uri="{FF2B5EF4-FFF2-40B4-BE49-F238E27FC236}">
                <a16:creationId xmlns:a16="http://schemas.microsoft.com/office/drawing/2014/main" id="{7DC00D70-5E32-45F2-8957-5D090F48ABA8}"/>
              </a:ext>
            </a:extLst>
          </p:cNvPr>
          <p:cNvGraphicFramePr>
            <a:graphicFrameLocks noChangeAspect="1"/>
          </p:cNvGraphicFramePr>
          <p:nvPr/>
        </p:nvGraphicFramePr>
        <p:xfrm>
          <a:off x="1828800" y="5943600"/>
          <a:ext cx="1676400" cy="508000"/>
        </p:xfrm>
        <a:graphic>
          <a:graphicData uri="http://schemas.openxmlformats.org/presentationml/2006/ole">
            <mc:AlternateContent xmlns:mc="http://schemas.openxmlformats.org/markup-compatibility/2006">
              <mc:Choice xmlns:v="urn:schemas-microsoft-com:vml" Requires="v">
                <p:oleObj r:id="rId6" imgW="596641" imgH="177723" progId="Equation.DSMT4">
                  <p:embed/>
                </p:oleObj>
              </mc:Choice>
              <mc:Fallback>
                <p:oleObj r:id="rId6" imgW="596641" imgH="177723" progId="Equation.DSMT4">
                  <p:embed/>
                  <p:pic>
                    <p:nvPicPr>
                      <p:cNvPr id="1271815" name="Object 7">
                        <a:extLst>
                          <a:ext uri="{FF2B5EF4-FFF2-40B4-BE49-F238E27FC236}">
                            <a16:creationId xmlns:a16="http://schemas.microsoft.com/office/drawing/2014/main" id="{7DC00D70-5E32-45F2-8957-5D090F48AB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5943600"/>
                        <a:ext cx="1676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11686"/>
            <a:ext cx="8610600" cy="685800"/>
          </a:xfrm>
        </p:spPr>
        <p:txBody>
          <a:bodyPr/>
          <a:lstStyle/>
          <a:p>
            <a:r>
              <a:rPr lang="en-US" altLang="en-US" sz="4000" dirty="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3538538"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1271816" name="Rectangle 8">
            <a:extLst>
              <a:ext uri="{FF2B5EF4-FFF2-40B4-BE49-F238E27FC236}">
                <a16:creationId xmlns:a16="http://schemas.microsoft.com/office/drawing/2014/main" id="{C1DAE738-1C9A-47C2-80BF-884D8065D1FC}"/>
              </a:ext>
            </a:extLst>
          </p:cNvPr>
          <p:cNvSpPr>
            <a:spLocks noChangeArrowheads="1"/>
          </p:cNvSpPr>
          <p:nvPr/>
        </p:nvSpPr>
        <p:spPr bwMode="auto">
          <a:xfrm>
            <a:off x="3833813"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9" name="Picture 8" descr="The circuit on the left shows an inductor L subscript 1 on the right wire, a resistor R1 on the top wire, and an independent voltage source, v sub g, on the left wire. Mesh current in this circuit is indicated by a clockwise pointing curved arrow, i1. Voltage drop across L subscript 1 is v subscript 1.&#10;The circuit on the right shows an inductor L2 on the left wire and a resistor R2 on the right wire. &#10;Mutual inductance of two coils is marked as M, with a double sided arrow pointing to both inductors.&#10;">
            <a:extLst>
              <a:ext uri="{FF2B5EF4-FFF2-40B4-BE49-F238E27FC236}">
                <a16:creationId xmlns:a16="http://schemas.microsoft.com/office/drawing/2014/main" id="{1B2C3BA9-CFC2-4D53-8D5A-8B5B8381A3BA}"/>
              </a:ext>
            </a:extLst>
          </p:cNvPr>
          <p:cNvPicPr>
            <a:picLocks noChangeAspect="1"/>
          </p:cNvPicPr>
          <p:nvPr/>
        </p:nvPicPr>
        <p:blipFill>
          <a:blip r:embed="rId3"/>
          <a:stretch>
            <a:fillRect/>
          </a:stretch>
        </p:blipFill>
        <p:spPr>
          <a:xfrm>
            <a:off x="736600" y="1073421"/>
            <a:ext cx="4105880" cy="1560234"/>
          </a:xfrm>
          <a:prstGeom prst="rect">
            <a:avLst/>
          </a:prstGeom>
        </p:spPr>
      </p:pic>
      <p:graphicFrame>
        <p:nvGraphicFrame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GraphicFramePr>
            <a:graphicFrameLocks noChangeAspect="1"/>
          </p:cNvGraphicFramePr>
          <p:nvPr>
            <p:extLst>
              <p:ext uri="{D42A27DB-BD31-4B8C-83A1-F6EECF244321}">
                <p14:modId xmlns:p14="http://schemas.microsoft.com/office/powerpoint/2010/main" val="2133311098"/>
              </p:ext>
            </p:extLst>
          </p:nvPr>
        </p:nvGraphicFramePr>
        <p:xfrm>
          <a:off x="5351441" y="1262175"/>
          <a:ext cx="2357481" cy="1368638"/>
        </p:xfrm>
        <a:graphic>
          <a:graphicData uri="http://schemas.openxmlformats.org/presentationml/2006/ole">
            <mc:AlternateContent xmlns:mc="http://schemas.openxmlformats.org/markup-compatibility/2006">
              <mc:Choice xmlns:v="urn:schemas-microsoft-com:vml" Requires="v">
                <p:oleObj name="Equation" r:id="rId4" imgW="1460160" imgH="812520" progId="Equation.DSMT4">
                  <p:embed/>
                </p:oleObj>
              </mc:Choice>
              <mc:Fallback>
                <p:oleObj name="Equation" r:id="rId4" imgW="1460160" imgH="812520" progId="Equation.DSMT4">
                  <p:embed/>
                  <p:pic>
                    <p:nvPic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PicPr>
                        <a:picLocks noChangeAspect="1" noChangeArrowheads="1"/>
                      </p:cNvPicPr>
                      <p:nvPr/>
                    </p:nvPicPr>
                    <p:blipFill>
                      <a:blip r:embed="rId5"/>
                      <a:srcRect/>
                      <a:stretch>
                        <a:fillRect/>
                      </a:stretch>
                    </p:blipFill>
                    <p:spPr bwMode="auto">
                      <a:xfrm>
                        <a:off x="5351441" y="1262175"/>
                        <a:ext cx="2357481" cy="136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9">
            <a:extLst>
              <a:ext uri="{FF2B5EF4-FFF2-40B4-BE49-F238E27FC236}">
                <a16:creationId xmlns:a16="http://schemas.microsoft.com/office/drawing/2014/main" id="{A7F630FA-5DF9-4D49-85C2-46553B2C5CC6}"/>
              </a:ext>
            </a:extLst>
          </p:cNvPr>
          <p:cNvSpPr txBox="1">
            <a:spLocks/>
          </p:cNvSpPr>
          <p:nvPr/>
        </p:nvSpPr>
        <p:spPr bwMode="auto">
          <a:xfrm>
            <a:off x="415180" y="3034378"/>
            <a:ext cx="1273920" cy="374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marL="342900" indent="-342900">
              <a:spcBef>
                <a:spcPts val="600"/>
              </a:spcBef>
            </a:pPr>
            <a:r>
              <a:rPr lang="en-US" sz="2200"/>
              <a:t>We call</a:t>
            </a:r>
            <a:endParaRPr lang="en-US" sz="2200" dirty="0"/>
          </a:p>
        </p:txBody>
      </p:sp>
      <p:graphicFrame>
        <p:nvGraphicFramePr>
          <p:cNvPr id="12" name="Object 11" descr="L subscript 1 BaseLine.">
            <a:extLst>
              <a:ext uri="{FF2B5EF4-FFF2-40B4-BE49-F238E27FC236}">
                <a16:creationId xmlns:a16="http://schemas.microsoft.com/office/drawing/2014/main" id="{A126302F-FE71-474B-B211-F9989B2828CC}"/>
              </a:ext>
            </a:extLst>
          </p:cNvPr>
          <p:cNvGraphicFramePr>
            <a:graphicFrameLocks noChangeAspect="1"/>
          </p:cNvGraphicFramePr>
          <p:nvPr>
            <p:extLst>
              <p:ext uri="{D42A27DB-BD31-4B8C-83A1-F6EECF244321}">
                <p14:modId xmlns:p14="http://schemas.microsoft.com/office/powerpoint/2010/main" val="1191501728"/>
              </p:ext>
            </p:extLst>
          </p:nvPr>
        </p:nvGraphicFramePr>
        <p:xfrm>
          <a:off x="1841562" y="3016150"/>
          <a:ext cx="328489" cy="474862"/>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12" name="Object 11" descr="L subscript 1 BaseLine.">
                        <a:extLst>
                          <a:ext uri="{FF2B5EF4-FFF2-40B4-BE49-F238E27FC236}">
                            <a16:creationId xmlns:a16="http://schemas.microsoft.com/office/drawing/2014/main" id="{A126302F-FE71-474B-B211-F9989B2828CC}"/>
                          </a:ext>
                        </a:extLst>
                      </p:cNvPr>
                      <p:cNvPicPr>
                        <a:picLocks noChangeAspect="1" noChangeArrowheads="1"/>
                      </p:cNvPicPr>
                      <p:nvPr/>
                    </p:nvPicPr>
                    <p:blipFill>
                      <a:blip r:embed="rId7"/>
                      <a:srcRect/>
                      <a:stretch>
                        <a:fillRect/>
                      </a:stretch>
                    </p:blipFill>
                    <p:spPr bwMode="auto">
                      <a:xfrm>
                        <a:off x="1841562" y="3016150"/>
                        <a:ext cx="328489" cy="4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Content Placeholder 30">
            <a:extLst>
              <a:ext uri="{FF2B5EF4-FFF2-40B4-BE49-F238E27FC236}">
                <a16:creationId xmlns:a16="http://schemas.microsoft.com/office/drawing/2014/main" id="{6174A528-3BB7-431F-B776-4F1721DFFBA0}"/>
              </a:ext>
            </a:extLst>
          </p:cNvPr>
          <p:cNvSpPr txBox="1">
            <a:spLocks/>
          </p:cNvSpPr>
          <p:nvPr/>
        </p:nvSpPr>
        <p:spPr>
          <a:xfrm>
            <a:off x="2370979" y="3028028"/>
            <a:ext cx="511921"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a:t>
            </a:r>
            <a:endParaRPr lang="en-US" sz="2200" dirty="0"/>
          </a:p>
        </p:txBody>
      </p:sp>
      <p:graphicFrame>
        <p:nvGraphicFramePr>
          <p:cNvPr id="14" name="Object 13" descr="L subscript 2 BaseLine.">
            <a:extLst>
              <a:ext uri="{FF2B5EF4-FFF2-40B4-BE49-F238E27FC236}">
                <a16:creationId xmlns:a16="http://schemas.microsoft.com/office/drawing/2014/main" id="{A68F6576-A595-4B76-89EC-84961223DB7B}"/>
              </a:ext>
            </a:extLst>
          </p:cNvPr>
          <p:cNvGraphicFramePr>
            <a:graphicFrameLocks noChangeAspect="1"/>
          </p:cNvGraphicFramePr>
          <p:nvPr>
            <p:extLst>
              <p:ext uri="{D42A27DB-BD31-4B8C-83A1-F6EECF244321}">
                <p14:modId xmlns:p14="http://schemas.microsoft.com/office/powerpoint/2010/main" val="776480487"/>
              </p:ext>
            </p:extLst>
          </p:nvPr>
        </p:nvGraphicFramePr>
        <p:xfrm>
          <a:off x="3071813" y="2976563"/>
          <a:ext cx="352425" cy="474662"/>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14" name="Object 13" descr="L subscript 2 BaseLine.">
                        <a:extLst>
                          <a:ext uri="{FF2B5EF4-FFF2-40B4-BE49-F238E27FC236}">
                            <a16:creationId xmlns:a16="http://schemas.microsoft.com/office/drawing/2014/main" id="{A68F6576-A595-4B76-89EC-84961223DB7B}"/>
                          </a:ext>
                        </a:extLst>
                      </p:cNvPr>
                      <p:cNvPicPr>
                        <a:picLocks noChangeAspect="1" noChangeArrowheads="1"/>
                      </p:cNvPicPr>
                      <p:nvPr/>
                    </p:nvPicPr>
                    <p:blipFill>
                      <a:blip r:embed="rId9"/>
                      <a:srcRect/>
                      <a:stretch>
                        <a:fillRect/>
                      </a:stretch>
                    </p:blipFill>
                    <p:spPr bwMode="auto">
                      <a:xfrm>
                        <a:off x="3071813" y="2976563"/>
                        <a:ext cx="3524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32">
            <a:extLst>
              <a:ext uri="{FF2B5EF4-FFF2-40B4-BE49-F238E27FC236}">
                <a16:creationId xmlns:a16="http://schemas.microsoft.com/office/drawing/2014/main" id="{71B675A1-9080-4140-80EB-94C89E3CC58B}"/>
              </a:ext>
            </a:extLst>
          </p:cNvPr>
          <p:cNvSpPr txBox="1">
            <a:spLocks/>
          </p:cNvSpPr>
          <p:nvPr/>
        </p:nvSpPr>
        <p:spPr>
          <a:xfrm>
            <a:off x="3552080" y="3028028"/>
            <a:ext cx="508868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the </a:t>
            </a:r>
            <a:r>
              <a:rPr lang="en-US" sz="2200" b="1"/>
              <a:t>self-inductances</a:t>
            </a:r>
            <a:r>
              <a:rPr lang="en-US" sz="2200"/>
              <a:t> of the coils. </a:t>
            </a:r>
            <a:endParaRPr lang="en-US" sz="2200" dirty="0"/>
          </a:p>
        </p:txBody>
      </p:sp>
      <p:sp>
        <p:nvSpPr>
          <p:cNvPr id="16" name="Content Placeholder 33">
            <a:extLst>
              <a:ext uri="{FF2B5EF4-FFF2-40B4-BE49-F238E27FC236}">
                <a16:creationId xmlns:a16="http://schemas.microsoft.com/office/drawing/2014/main" id="{B7877BBE-C739-4BD6-BA7A-FB41A4ECB3F1}"/>
              </a:ext>
            </a:extLst>
          </p:cNvPr>
          <p:cNvSpPr txBox="1">
            <a:spLocks/>
          </p:cNvSpPr>
          <p:nvPr/>
        </p:nvSpPr>
        <p:spPr>
          <a:xfrm>
            <a:off x="419100" y="3498421"/>
            <a:ext cx="820737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2000">
                <a:sym typeface="Symbol"/>
              </a:rPr>
              <a:t>We call M the </a:t>
            </a:r>
            <a:r>
              <a:rPr lang="en-US" sz="2000" b="1">
                <a:sym typeface="Symbol"/>
              </a:rPr>
              <a:t>mutual inductance</a:t>
            </a:r>
            <a:r>
              <a:rPr lang="en-US" sz="2000">
                <a:sym typeface="Symbol"/>
              </a:rPr>
              <a:t> of the coils.</a:t>
            </a:r>
            <a:endParaRPr lang="en-US" sz="2200" dirty="0"/>
          </a:p>
        </p:txBody>
      </p:sp>
      <p:sp>
        <p:nvSpPr>
          <p:cNvPr id="17" name="Content Placeholder 34">
            <a:extLst>
              <a:ext uri="{FF2B5EF4-FFF2-40B4-BE49-F238E27FC236}">
                <a16:creationId xmlns:a16="http://schemas.microsoft.com/office/drawing/2014/main" id="{5A490169-5F34-4C2F-9D48-45624DA2DA72}"/>
              </a:ext>
            </a:extLst>
          </p:cNvPr>
          <p:cNvSpPr txBox="1">
            <a:spLocks/>
          </p:cNvSpPr>
          <p:nvPr/>
        </p:nvSpPr>
        <p:spPr>
          <a:xfrm>
            <a:off x="415179" y="3996774"/>
            <a:ext cx="26903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pPr>
            <a:r>
              <a:rPr lang="en-US" sz="2200"/>
              <a:t> </a:t>
            </a:r>
            <a:r>
              <a:rPr lang="en-US" sz="100"/>
              <a:t> </a:t>
            </a:r>
            <a:endParaRPr lang="en-US" sz="2200" dirty="0"/>
          </a:p>
        </p:txBody>
      </p:sp>
      <p:graphicFrame>
        <p:nvGraphicFramePr>
          <p:cNvPr id="18" name="Object 17" descr="L subscript 1 BaseLine.">
            <a:extLst>
              <a:ext uri="{FF2B5EF4-FFF2-40B4-BE49-F238E27FC236}">
                <a16:creationId xmlns:a16="http://schemas.microsoft.com/office/drawing/2014/main" id="{1E2D0DA3-3616-4427-A210-3113ECBAB3D5}"/>
              </a:ext>
            </a:extLst>
          </p:cNvPr>
          <p:cNvGraphicFramePr>
            <a:graphicFrameLocks noChangeAspect="1"/>
          </p:cNvGraphicFramePr>
          <p:nvPr>
            <p:extLst>
              <p:ext uri="{D42A27DB-BD31-4B8C-83A1-F6EECF244321}">
                <p14:modId xmlns:p14="http://schemas.microsoft.com/office/powerpoint/2010/main" val="1110687042"/>
              </p:ext>
            </p:extLst>
          </p:nvPr>
        </p:nvGraphicFramePr>
        <p:xfrm>
          <a:off x="757251" y="3971374"/>
          <a:ext cx="328489" cy="474862"/>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18" name="Object 17" descr="L subscript 1 BaseLine.">
                        <a:extLst>
                          <a:ext uri="{FF2B5EF4-FFF2-40B4-BE49-F238E27FC236}">
                            <a16:creationId xmlns:a16="http://schemas.microsoft.com/office/drawing/2014/main" id="{1E2D0DA3-3616-4427-A210-3113ECBAB3D5}"/>
                          </a:ext>
                        </a:extLst>
                      </p:cNvPr>
                      <p:cNvPicPr>
                        <a:picLocks noChangeAspect="1" noChangeArrowheads="1"/>
                      </p:cNvPicPr>
                      <p:nvPr/>
                    </p:nvPicPr>
                    <p:blipFill>
                      <a:blip r:embed="rId7"/>
                      <a:srcRect/>
                      <a:stretch>
                        <a:fillRect/>
                      </a:stretch>
                    </p:blipFill>
                    <p:spPr bwMode="auto">
                      <a:xfrm>
                        <a:off x="757251" y="3971374"/>
                        <a:ext cx="328489" cy="4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Content Placeholder 36">
            <a:extLst>
              <a:ext uri="{FF2B5EF4-FFF2-40B4-BE49-F238E27FC236}">
                <a16:creationId xmlns:a16="http://schemas.microsoft.com/office/drawing/2014/main" id="{04BA3585-7597-450E-ADE2-156943DB9A1F}"/>
              </a:ext>
            </a:extLst>
          </p:cNvPr>
          <p:cNvSpPr txBox="1">
            <a:spLocks/>
          </p:cNvSpPr>
          <p:nvPr/>
        </p:nvSpPr>
        <p:spPr>
          <a:xfrm>
            <a:off x="1203326" y="3972961"/>
            <a:ext cx="495299"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a:t>
            </a:r>
            <a:endParaRPr lang="en-US" sz="2200" dirty="0"/>
          </a:p>
        </p:txBody>
      </p:sp>
      <p:graphicFrame>
        <p:nvGraphicFramePr>
          <p:cNvPr id="20" name="Object 19" descr="L subscript 2 BaseLine.">
            <a:extLst>
              <a:ext uri="{FF2B5EF4-FFF2-40B4-BE49-F238E27FC236}">
                <a16:creationId xmlns:a16="http://schemas.microsoft.com/office/drawing/2014/main" id="{5920BDE9-22EC-4298-A14A-311FA902D70E}"/>
              </a:ext>
            </a:extLst>
          </p:cNvPr>
          <p:cNvGraphicFramePr>
            <a:graphicFrameLocks noChangeAspect="1"/>
          </p:cNvGraphicFramePr>
          <p:nvPr>
            <p:extLst>
              <p:ext uri="{D42A27DB-BD31-4B8C-83A1-F6EECF244321}">
                <p14:modId xmlns:p14="http://schemas.microsoft.com/office/powerpoint/2010/main" val="2645855039"/>
              </p:ext>
            </p:extLst>
          </p:nvPr>
        </p:nvGraphicFramePr>
        <p:xfrm>
          <a:off x="1814623" y="3974538"/>
          <a:ext cx="352425" cy="474662"/>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20" name="Object 19" descr="L subscript 2 BaseLine.">
                        <a:extLst>
                          <a:ext uri="{FF2B5EF4-FFF2-40B4-BE49-F238E27FC236}">
                            <a16:creationId xmlns:a16="http://schemas.microsoft.com/office/drawing/2014/main" id="{5920BDE9-22EC-4298-A14A-311FA902D70E}"/>
                          </a:ext>
                        </a:extLst>
                      </p:cNvPr>
                      <p:cNvPicPr>
                        <a:picLocks noChangeAspect="1" noChangeArrowheads="1"/>
                      </p:cNvPicPr>
                      <p:nvPr/>
                    </p:nvPicPr>
                    <p:blipFill>
                      <a:blip r:embed="rId9"/>
                      <a:srcRect/>
                      <a:stretch>
                        <a:fillRect/>
                      </a:stretch>
                    </p:blipFill>
                    <p:spPr bwMode="auto">
                      <a:xfrm>
                        <a:off x="1814623" y="3974538"/>
                        <a:ext cx="3524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Content Placeholder 37">
            <a:extLst>
              <a:ext uri="{FF2B5EF4-FFF2-40B4-BE49-F238E27FC236}">
                <a16:creationId xmlns:a16="http://schemas.microsoft.com/office/drawing/2014/main" id="{9F3DDD10-A673-4F27-B72C-02280DE2DA0E}"/>
              </a:ext>
            </a:extLst>
          </p:cNvPr>
          <p:cNvSpPr txBox="1">
            <a:spLocks/>
          </p:cNvSpPr>
          <p:nvPr/>
        </p:nvSpPr>
        <p:spPr>
          <a:xfrm>
            <a:off x="2320925" y="3986878"/>
            <a:ext cx="613886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 M are related by the following equation:</a:t>
            </a:r>
            <a:endParaRPr lang="en-US" sz="2200" dirty="0"/>
          </a:p>
        </p:txBody>
      </p:sp>
      <p:graphicFrame>
        <p:nvGraphicFramePr>
          <p:cNvPr id="22" name="Object 21" descr="M equals k Start Root L subscript 1 BaseLine L subscript 2 BaseLine End Root,">
            <a:extLst>
              <a:ext uri="{FF2B5EF4-FFF2-40B4-BE49-F238E27FC236}">
                <a16:creationId xmlns:a16="http://schemas.microsoft.com/office/drawing/2014/main" id="{20F2C026-BEBF-4107-9EC2-FF95F1CC40E9}"/>
              </a:ext>
            </a:extLst>
          </p:cNvPr>
          <p:cNvGraphicFramePr>
            <a:graphicFrameLocks noChangeAspect="1"/>
          </p:cNvGraphicFramePr>
          <p:nvPr>
            <p:extLst>
              <p:ext uri="{D42A27DB-BD31-4B8C-83A1-F6EECF244321}">
                <p14:modId xmlns:p14="http://schemas.microsoft.com/office/powerpoint/2010/main" val="2099138386"/>
              </p:ext>
            </p:extLst>
          </p:nvPr>
        </p:nvGraphicFramePr>
        <p:xfrm>
          <a:off x="2814637" y="4532400"/>
          <a:ext cx="1531938" cy="515938"/>
        </p:xfrm>
        <a:graphic>
          <a:graphicData uri="http://schemas.openxmlformats.org/presentationml/2006/ole">
            <mc:AlternateContent xmlns:mc="http://schemas.openxmlformats.org/markup-compatibility/2006">
              <mc:Choice xmlns:v="urn:schemas-microsoft-com:vml" Requires="v">
                <p:oleObj name="Equation" r:id="rId10" imgW="825480" imgH="266400" progId="Equation.DSMT4">
                  <p:embed/>
                </p:oleObj>
              </mc:Choice>
              <mc:Fallback>
                <p:oleObj name="Equation" r:id="rId10" imgW="825480" imgH="266400" progId="Equation.DSMT4">
                  <p:embed/>
                  <p:pic>
                    <p:nvPicPr>
                      <p:cNvPr id="22" name="Object 21" descr="M equals k Start Root L subscript 1 BaseLine L subscript 2 BaseLine End Root,">
                        <a:extLst>
                          <a:ext uri="{FF2B5EF4-FFF2-40B4-BE49-F238E27FC236}">
                            <a16:creationId xmlns:a16="http://schemas.microsoft.com/office/drawing/2014/main" id="{20F2C026-BEBF-4107-9EC2-FF95F1CC40E9}"/>
                          </a:ext>
                        </a:extLst>
                      </p:cNvPr>
                      <p:cNvPicPr>
                        <a:picLocks noChangeAspect="1" noChangeArrowheads="1"/>
                      </p:cNvPicPr>
                      <p:nvPr/>
                    </p:nvPicPr>
                    <p:blipFill>
                      <a:blip r:embed="rId11"/>
                      <a:srcRect/>
                      <a:stretch>
                        <a:fillRect/>
                      </a:stretch>
                    </p:blipFill>
                    <p:spPr bwMode="auto">
                      <a:xfrm>
                        <a:off x="2814637" y="4532400"/>
                        <a:ext cx="15319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2" descr="0 less than or equal to k less than or equal to 1.">
            <a:extLst>
              <a:ext uri="{FF2B5EF4-FFF2-40B4-BE49-F238E27FC236}">
                <a16:creationId xmlns:a16="http://schemas.microsoft.com/office/drawing/2014/main" id="{48E1EB3C-F74F-4AEB-A9CD-026DDCA68EAF}"/>
              </a:ext>
            </a:extLst>
          </p:cNvPr>
          <p:cNvGraphicFramePr>
            <a:graphicFrameLocks noChangeAspect="1"/>
          </p:cNvGraphicFramePr>
          <p:nvPr>
            <p:extLst>
              <p:ext uri="{D42A27DB-BD31-4B8C-83A1-F6EECF244321}">
                <p14:modId xmlns:p14="http://schemas.microsoft.com/office/powerpoint/2010/main" val="3004774471"/>
              </p:ext>
            </p:extLst>
          </p:nvPr>
        </p:nvGraphicFramePr>
        <p:xfrm>
          <a:off x="5262562" y="4582726"/>
          <a:ext cx="1084262" cy="344487"/>
        </p:xfrm>
        <a:graphic>
          <a:graphicData uri="http://schemas.openxmlformats.org/presentationml/2006/ole">
            <mc:AlternateContent xmlns:mc="http://schemas.openxmlformats.org/markup-compatibility/2006">
              <mc:Choice xmlns:v="urn:schemas-microsoft-com:vml" Requires="v">
                <p:oleObj name="Equation" r:id="rId12" imgW="583920" imgH="177480" progId="Equation.DSMT4">
                  <p:embed/>
                </p:oleObj>
              </mc:Choice>
              <mc:Fallback>
                <p:oleObj name="Equation" r:id="rId12" imgW="583920" imgH="177480" progId="Equation.DSMT4">
                  <p:embed/>
                  <p:pic>
                    <p:nvPicPr>
                      <p:cNvPr id="23" name="Object 22" descr="0 less than or equal to k less than or equal to 1.">
                        <a:extLst>
                          <a:ext uri="{FF2B5EF4-FFF2-40B4-BE49-F238E27FC236}">
                            <a16:creationId xmlns:a16="http://schemas.microsoft.com/office/drawing/2014/main" id="{48E1EB3C-F74F-4AEB-A9CD-026DDCA68EAF}"/>
                          </a:ext>
                        </a:extLst>
                      </p:cNvPr>
                      <p:cNvPicPr>
                        <a:picLocks noChangeAspect="1" noChangeArrowheads="1"/>
                      </p:cNvPicPr>
                      <p:nvPr/>
                    </p:nvPicPr>
                    <p:blipFill>
                      <a:blip r:embed="rId13"/>
                      <a:srcRect/>
                      <a:stretch>
                        <a:fillRect/>
                      </a:stretch>
                    </p:blipFill>
                    <p:spPr bwMode="auto">
                      <a:xfrm>
                        <a:off x="5262562" y="4582726"/>
                        <a:ext cx="1084262"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Content Placeholder 2">
            <a:extLst>
              <a:ext uri="{FF2B5EF4-FFF2-40B4-BE49-F238E27FC236}">
                <a16:creationId xmlns:a16="http://schemas.microsoft.com/office/drawing/2014/main" id="{4E3B31CF-4790-4CD3-BBEF-2EB3BA8F29D3}"/>
              </a:ext>
            </a:extLst>
          </p:cNvPr>
          <p:cNvSpPr txBox="1">
            <a:spLocks/>
          </p:cNvSpPr>
          <p:nvPr/>
        </p:nvSpPr>
        <p:spPr>
          <a:xfrm>
            <a:off x="433388" y="5157452"/>
            <a:ext cx="8207375" cy="713460"/>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2200" i="1"/>
              <a:t>k</a:t>
            </a:r>
            <a:r>
              <a:rPr lang="en-US" sz="2200"/>
              <a:t> is called the </a:t>
            </a:r>
            <a:r>
              <a:rPr lang="en-US" sz="2200" b="1"/>
              <a:t>coupling coefficient,</a:t>
            </a:r>
            <a:r>
              <a:rPr lang="en-US" sz="2200"/>
              <a:t> and is a measure of how much of the magnetic field of one coil envelops the other coil.</a:t>
            </a:r>
            <a:endParaRPr lang="en-US" sz="2200" dirty="0"/>
          </a:p>
        </p:txBody>
      </p:sp>
    </p:spTree>
    <p:extLst>
      <p:ext uri="{BB962C8B-B14F-4D97-AF65-F5344CB8AC3E}">
        <p14:creationId xmlns:p14="http://schemas.microsoft.com/office/powerpoint/2010/main" val="2455409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11686"/>
            <a:ext cx="8610600" cy="685800"/>
          </a:xfrm>
        </p:spPr>
        <p:txBody>
          <a:bodyPr/>
          <a:lstStyle/>
          <a:p>
            <a:r>
              <a:rPr lang="en-US" altLang="en-US" sz="4000" dirty="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9" name="Picture 8" descr="The circuit on the left shows an inductor L subscript 1 on the right wire, a resistor R1 on the top wire, and an independent voltage source, v sub g, on the left wire. Mesh current in this circuit is indicated by a clockwise pointing curved arrow, i1. Voltage drop across L subscript 1 is v subscript 1.&#10;The circuit on the right shows an inductor L2 on the left wire and a resistor R2 on the right wire. &#10;Mutual inductance of two coils is marked as M, with a double sided arrow pointing to both inductors.&#10;">
            <a:extLst>
              <a:ext uri="{FF2B5EF4-FFF2-40B4-BE49-F238E27FC236}">
                <a16:creationId xmlns:a16="http://schemas.microsoft.com/office/drawing/2014/main" id="{1B2C3BA9-CFC2-4D53-8D5A-8B5B8381A3BA}"/>
              </a:ext>
            </a:extLst>
          </p:cNvPr>
          <p:cNvPicPr>
            <a:picLocks noChangeAspect="1"/>
          </p:cNvPicPr>
          <p:nvPr/>
        </p:nvPicPr>
        <p:blipFill>
          <a:blip r:embed="rId3"/>
          <a:stretch>
            <a:fillRect/>
          </a:stretch>
        </p:blipFill>
        <p:spPr>
          <a:xfrm>
            <a:off x="736600" y="1073421"/>
            <a:ext cx="4105880" cy="1560234"/>
          </a:xfrm>
          <a:prstGeom prst="rect">
            <a:avLst/>
          </a:prstGeom>
        </p:spPr>
      </p:pic>
      <p:graphicFrame>
        <p:nvGraphicFrame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GraphicFramePr>
            <a:graphicFrameLocks noChangeAspect="1"/>
          </p:cNvGraphicFramePr>
          <p:nvPr/>
        </p:nvGraphicFramePr>
        <p:xfrm>
          <a:off x="5351441" y="1262175"/>
          <a:ext cx="2357481" cy="1368638"/>
        </p:xfrm>
        <a:graphic>
          <a:graphicData uri="http://schemas.openxmlformats.org/presentationml/2006/ole">
            <mc:AlternateContent xmlns:mc="http://schemas.openxmlformats.org/markup-compatibility/2006">
              <mc:Choice xmlns:v="urn:schemas-microsoft-com:vml" Requires="v">
                <p:oleObj name="Equation" r:id="rId4" imgW="1460160" imgH="812520" progId="Equation.DSMT4">
                  <p:embed/>
                </p:oleObj>
              </mc:Choice>
              <mc:Fallback>
                <p:oleObj name="Equation" r:id="rId4" imgW="1460160" imgH="812520" progId="Equation.DSMT4">
                  <p:embed/>
                  <p:pic>
                    <p:nvPic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PicPr>
                        <a:picLocks noChangeAspect="1" noChangeArrowheads="1"/>
                      </p:cNvPicPr>
                      <p:nvPr/>
                    </p:nvPicPr>
                    <p:blipFill>
                      <a:blip r:embed="rId5"/>
                      <a:srcRect/>
                      <a:stretch>
                        <a:fillRect/>
                      </a:stretch>
                    </p:blipFill>
                    <p:spPr bwMode="auto">
                      <a:xfrm>
                        <a:off x="5351441" y="1262175"/>
                        <a:ext cx="2357481" cy="136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Content Placeholder 2">
            <a:extLst>
              <a:ext uri="{FF2B5EF4-FFF2-40B4-BE49-F238E27FC236}">
                <a16:creationId xmlns:a16="http://schemas.microsoft.com/office/drawing/2014/main" id="{78F7E431-91D7-4012-A591-F909DB1BE429}"/>
              </a:ext>
            </a:extLst>
          </p:cNvPr>
          <p:cNvSpPr txBox="1">
            <a:spLocks/>
          </p:cNvSpPr>
          <p:nvPr/>
        </p:nvSpPr>
        <p:spPr>
          <a:xfrm>
            <a:off x="433388" y="2646419"/>
            <a:ext cx="8207375" cy="365272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200" dirty="0"/>
              <a:t>The polarity of the self-induced voltage for the two coils is determined by the passive sign relationship.</a:t>
            </a:r>
          </a:p>
          <a:p>
            <a:pPr>
              <a:spcBef>
                <a:spcPts val="600"/>
              </a:spcBef>
            </a:pPr>
            <a:r>
              <a:rPr lang="en-US" altLang="en-US" sz="2200" dirty="0"/>
              <a:t>Based on the inductor voltage polarities and current directions shown in the circuit, the two self-induced voltage terms in the above equations are both positive.</a:t>
            </a:r>
          </a:p>
          <a:p>
            <a:pPr>
              <a:spcBef>
                <a:spcPts val="600"/>
              </a:spcBef>
            </a:pPr>
            <a:r>
              <a:rPr lang="en-US" altLang="en-US" sz="2200" dirty="0"/>
              <a:t>The sign of the mutually-induced voltage for the two coils is determined by physical examination of the coils, and is notated on the circuit schematic using dots.</a:t>
            </a:r>
          </a:p>
          <a:p>
            <a:pPr>
              <a:spcBef>
                <a:spcPts val="600"/>
              </a:spcBef>
            </a:pPr>
            <a:r>
              <a:rPr lang="en-US" altLang="en-US" sz="2200" dirty="0"/>
              <a:t>To determine the sign of the mutually-induced voltages for the two coils, use the </a:t>
            </a:r>
            <a:r>
              <a:rPr lang="en-US" altLang="en-US" sz="2200" b="1" dirty="0"/>
              <a:t>dot convention</a:t>
            </a:r>
            <a:r>
              <a:rPr lang="en-US" altLang="en-US" sz="2200" dirty="0"/>
              <a:t>.</a:t>
            </a:r>
          </a:p>
        </p:txBody>
      </p:sp>
    </p:spTree>
    <p:extLst>
      <p:ext uri="{BB962C8B-B14F-4D97-AF65-F5344CB8AC3E}">
        <p14:creationId xmlns:p14="http://schemas.microsoft.com/office/powerpoint/2010/main" val="1131822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862" name="Rectangle 6">
            <a:extLst>
              <a:ext uri="{FF2B5EF4-FFF2-40B4-BE49-F238E27FC236}">
                <a16:creationId xmlns:a16="http://schemas.microsoft.com/office/drawing/2014/main" id="{A512795C-1E2E-42D0-854C-6036EA03E7BC}"/>
              </a:ext>
            </a:extLst>
          </p:cNvPr>
          <p:cNvSpPr>
            <a:spLocks noChangeArrowheads="1"/>
          </p:cNvSpPr>
          <p:nvPr/>
        </p:nvSpPr>
        <p:spPr bwMode="auto">
          <a:xfrm>
            <a:off x="6400800" y="3048000"/>
            <a:ext cx="2514600" cy="2667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73858" name="Rectangle 2">
            <a:extLst>
              <a:ext uri="{FF2B5EF4-FFF2-40B4-BE49-F238E27FC236}">
                <a16:creationId xmlns:a16="http://schemas.microsoft.com/office/drawing/2014/main" id="{6C61C351-FCFD-40BD-998F-E93B04FBA3B1}"/>
              </a:ext>
            </a:extLst>
          </p:cNvPr>
          <p:cNvSpPr>
            <a:spLocks noGrp="1" noChangeArrowheads="1"/>
          </p:cNvSpPr>
          <p:nvPr>
            <p:ph type="title"/>
          </p:nvPr>
        </p:nvSpPr>
        <p:spPr>
          <a:xfrm>
            <a:off x="2286000" y="0"/>
            <a:ext cx="6858000" cy="1905000"/>
          </a:xfrm>
        </p:spPr>
        <p:txBody>
          <a:bodyPr/>
          <a:lstStyle/>
          <a:p>
            <a:r>
              <a:rPr lang="en-US" altLang="en-US" sz="4000">
                <a:cs typeface="Times New Roman" panose="02020603050405020304" pitchFamily="18" charset="0"/>
              </a:rPr>
              <a:t>Polarity of Mutually Induced Voltages (The Dot Convention)</a:t>
            </a:r>
            <a:r>
              <a:rPr lang="en-US" altLang="en-US" sz="4000"/>
              <a:t> </a:t>
            </a:r>
          </a:p>
        </p:txBody>
      </p:sp>
      <p:sp>
        <p:nvSpPr>
          <p:cNvPr id="1273859" name="Rectangle 3">
            <a:extLst>
              <a:ext uri="{FF2B5EF4-FFF2-40B4-BE49-F238E27FC236}">
                <a16:creationId xmlns:a16="http://schemas.microsoft.com/office/drawing/2014/main" id="{FD39EA26-0F60-44BE-BA38-FE3454CDFC9B}"/>
              </a:ext>
            </a:extLst>
          </p:cNvPr>
          <p:cNvSpPr>
            <a:spLocks noGrp="1" noChangeArrowheads="1"/>
          </p:cNvSpPr>
          <p:nvPr>
            <p:ph type="body" idx="1"/>
          </p:nvPr>
        </p:nvSpPr>
        <p:spPr>
          <a:xfrm>
            <a:off x="304800" y="1752600"/>
            <a:ext cx="5997575" cy="4876800"/>
          </a:xfrm>
        </p:spPr>
        <p:txBody>
          <a:bodyPr/>
          <a:lstStyle/>
          <a:p>
            <a:pPr marL="6350" indent="346075">
              <a:lnSpc>
                <a:spcPct val="90000"/>
              </a:lnSpc>
              <a:buFontTx/>
              <a:buNone/>
            </a:pPr>
            <a:r>
              <a:rPr lang="en-US" altLang="en-US" sz="2800" dirty="0">
                <a:cs typeface="Arial" panose="020B0604020202020204" pitchFamily="34" charset="0"/>
              </a:rPr>
              <a:t>Even here, we need to be able to get the signs of voltages and currents right.  It is too cumbersome to show the directions of the windings in our schematics.  Thus, they have introduced the </a:t>
            </a:r>
            <a:r>
              <a:rPr lang="en-US" altLang="en-US" sz="2800" b="1" dirty="0">
                <a:cs typeface="Arial" panose="020B0604020202020204" pitchFamily="34" charset="0"/>
              </a:rPr>
              <a:t>dot convention</a:t>
            </a:r>
            <a:r>
              <a:rPr lang="en-US" altLang="en-US" sz="2800" dirty="0">
                <a:cs typeface="Arial" panose="020B0604020202020204" pitchFamily="34" charset="0"/>
              </a:rPr>
              <a:t>, to make it easier to keep track of the polarity of mutually induced voltages.</a:t>
            </a:r>
            <a:endParaRPr lang="en-US" altLang="en-US" sz="2800" dirty="0">
              <a:latin typeface="New York" charset="0"/>
              <a:cs typeface="Times New Roman" panose="02020603050405020304" pitchFamily="18" charset="0"/>
            </a:endParaRPr>
          </a:p>
          <a:p>
            <a:pPr marL="6350" indent="346075">
              <a:lnSpc>
                <a:spcPct val="90000"/>
              </a:lnSpc>
              <a:buFontTx/>
              <a:buNone/>
            </a:pPr>
            <a:r>
              <a:rPr lang="en-US" altLang="en-US" sz="2800" dirty="0">
                <a:cs typeface="Arial" panose="020B0604020202020204" pitchFamily="34" charset="0"/>
              </a:rPr>
              <a:t> We will not cover in this course how the winding directions are used to determine the dot markings.</a:t>
            </a:r>
          </a:p>
        </p:txBody>
      </p:sp>
      <p:pic>
        <p:nvPicPr>
          <p:cNvPr id="1273861" name="Picture 5">
            <a:extLst>
              <a:ext uri="{FF2B5EF4-FFF2-40B4-BE49-F238E27FC236}">
                <a16:creationId xmlns:a16="http://schemas.microsoft.com/office/drawing/2014/main" id="{C4F1F51F-6B08-4089-A26D-0B0FEC1510F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124200"/>
            <a:ext cx="2339975" cy="251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906" name="Rectangle 2">
            <a:extLst>
              <a:ext uri="{FF2B5EF4-FFF2-40B4-BE49-F238E27FC236}">
                <a16:creationId xmlns:a16="http://schemas.microsoft.com/office/drawing/2014/main" id="{CB10C64F-D7EA-42A0-9269-495DF03E4005}"/>
              </a:ext>
            </a:extLst>
          </p:cNvPr>
          <p:cNvSpPr>
            <a:spLocks noChangeArrowheads="1"/>
          </p:cNvSpPr>
          <p:nvPr/>
        </p:nvSpPr>
        <p:spPr bwMode="auto">
          <a:xfrm>
            <a:off x="6629400" y="3581400"/>
            <a:ext cx="2514600" cy="2209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75907" name="Rectangle 3">
            <a:extLst>
              <a:ext uri="{FF2B5EF4-FFF2-40B4-BE49-F238E27FC236}">
                <a16:creationId xmlns:a16="http://schemas.microsoft.com/office/drawing/2014/main" id="{D019CE7E-913A-45AA-8D88-BF29CC43158E}"/>
              </a:ext>
            </a:extLst>
          </p:cNvPr>
          <p:cNvSpPr>
            <a:spLocks noGrp="1" noChangeArrowheads="1"/>
          </p:cNvSpPr>
          <p:nvPr>
            <p:ph type="title"/>
          </p:nvPr>
        </p:nvSpPr>
        <p:spPr>
          <a:xfrm>
            <a:off x="2286000" y="0"/>
            <a:ext cx="6858000" cy="685800"/>
          </a:xfrm>
        </p:spPr>
        <p:txBody>
          <a:bodyPr/>
          <a:lstStyle/>
          <a:p>
            <a:r>
              <a:rPr lang="en-US" altLang="en-US" sz="4000">
                <a:cs typeface="Times New Roman" panose="02020603050405020304" pitchFamily="18" charset="0"/>
              </a:rPr>
              <a:t>The Dot Convention</a:t>
            </a:r>
            <a:r>
              <a:rPr lang="en-US" altLang="en-US" sz="4000"/>
              <a:t> </a:t>
            </a:r>
          </a:p>
        </p:txBody>
      </p:sp>
      <p:sp>
        <p:nvSpPr>
          <p:cNvPr id="1275908" name="Rectangle 4">
            <a:extLst>
              <a:ext uri="{FF2B5EF4-FFF2-40B4-BE49-F238E27FC236}">
                <a16:creationId xmlns:a16="http://schemas.microsoft.com/office/drawing/2014/main" id="{26703782-4410-4674-8CA6-4E99E6435D1F}"/>
              </a:ext>
            </a:extLst>
          </p:cNvPr>
          <p:cNvSpPr>
            <a:spLocks noGrp="1" noChangeArrowheads="1"/>
          </p:cNvSpPr>
          <p:nvPr>
            <p:ph type="body" idx="1"/>
          </p:nvPr>
        </p:nvSpPr>
        <p:spPr>
          <a:xfrm>
            <a:off x="304800" y="2057400"/>
            <a:ext cx="6172200" cy="4572000"/>
          </a:xfrm>
        </p:spPr>
        <p:txBody>
          <a:bodyPr/>
          <a:lstStyle/>
          <a:p>
            <a:pPr marL="6350" indent="346075">
              <a:lnSpc>
                <a:spcPct val="90000"/>
              </a:lnSpc>
              <a:buFontTx/>
              <a:buNone/>
            </a:pPr>
            <a:r>
              <a:rPr lang="en-US" altLang="en-US" sz="2800" dirty="0">
                <a:cs typeface="Arial" panose="020B0604020202020204" pitchFamily="34" charset="0"/>
              </a:rPr>
              <a:t>The rule for using the dot markings:</a:t>
            </a:r>
            <a:endParaRPr lang="en-US" altLang="en-US" sz="2800" dirty="0">
              <a:latin typeface="New York" charset="0"/>
              <a:cs typeface="Times New Roman" panose="02020603050405020304" pitchFamily="18" charset="0"/>
            </a:endParaRPr>
          </a:p>
          <a:p>
            <a:pPr marL="6350" indent="346075">
              <a:lnSpc>
                <a:spcPct val="90000"/>
              </a:lnSpc>
              <a:buFontTx/>
              <a:buNone/>
            </a:pPr>
            <a:r>
              <a:rPr lang="en-US" altLang="en-US" sz="2800" dirty="0">
                <a:cs typeface="Arial" panose="020B0604020202020204" pitchFamily="34" charset="0"/>
              </a:rPr>
              <a:t>When the reference direction for a current enters the dotted terminal of a coil, the reference polarity of the voltage induced in the other coil is positive at the dotted terminal.  </a:t>
            </a:r>
          </a:p>
          <a:p>
            <a:pPr marL="6350" indent="346075">
              <a:lnSpc>
                <a:spcPct val="90000"/>
              </a:lnSpc>
              <a:buFontTx/>
              <a:buNone/>
            </a:pPr>
            <a:r>
              <a:rPr lang="en-US" altLang="en-US" sz="2800" dirty="0">
                <a:cs typeface="Arial" panose="020B0604020202020204" pitchFamily="34" charset="0"/>
              </a:rPr>
              <a:t>We will redefine the dot convention for transformers later in this lecture set.</a:t>
            </a:r>
            <a:r>
              <a:rPr lang="en-US" altLang="en-US" sz="2800" dirty="0">
                <a:latin typeface="New York" charset="0"/>
                <a:cs typeface="Times New Roman" panose="02020603050405020304" pitchFamily="18" charset="0"/>
              </a:rPr>
              <a:t> </a:t>
            </a:r>
          </a:p>
        </p:txBody>
      </p:sp>
      <p:pic>
        <p:nvPicPr>
          <p:cNvPr id="1275910" name="Picture 6">
            <a:extLst>
              <a:ext uri="{FF2B5EF4-FFF2-40B4-BE49-F238E27FC236}">
                <a16:creationId xmlns:a16="http://schemas.microsoft.com/office/drawing/2014/main" id="{E107986D-9C36-4244-A317-7B44B43FF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733800"/>
            <a:ext cx="2286000" cy="1889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11686"/>
            <a:ext cx="8610600" cy="685800"/>
          </a:xfrm>
        </p:spPr>
        <p:txBody>
          <a:bodyPr/>
          <a:lstStyle/>
          <a:p>
            <a:r>
              <a:rPr lang="en-US" altLang="en-US" sz="4000" dirty="0"/>
              <a:t>Dot Convention</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Content Placeholder 2">
            <a:extLst>
              <a:ext uri="{FF2B5EF4-FFF2-40B4-BE49-F238E27FC236}">
                <a16:creationId xmlns:a16="http://schemas.microsoft.com/office/drawing/2014/main" id="{F526A6AF-AF57-4E86-8068-8C3436333F19}"/>
              </a:ext>
            </a:extLst>
          </p:cNvPr>
          <p:cNvSpPr txBox="1">
            <a:spLocks/>
          </p:cNvSpPr>
          <p:nvPr/>
        </p:nvSpPr>
        <p:spPr>
          <a:xfrm>
            <a:off x="468311" y="1219200"/>
            <a:ext cx="8207375" cy="2975618"/>
          </a:xfrm>
          <a:prstGeom prst="rect">
            <a:avLst/>
          </a:prstGeom>
          <a:ln w="28575">
            <a:solidFill>
              <a:srgbClr val="007FA3"/>
            </a:solidFill>
          </a:ln>
        </p:spPr>
        <p:txBody>
          <a:bodyPr wrap="square" lIns="54000" tIns="18000" rIns="5400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altLang="en-US" sz="2200" dirty="0"/>
              <a:t>The dot convention for mutually-coupled coils:</a:t>
            </a:r>
          </a:p>
          <a:p>
            <a:pPr>
              <a:spcBef>
                <a:spcPts val="600"/>
              </a:spcBef>
            </a:pPr>
            <a:r>
              <a:rPr lang="en-US" altLang="en-US" sz="2200" dirty="0"/>
              <a:t>When the current enters the dotted terminal of one coil, the mutually-induced voltage drop is positive at the dotted terminal of the other coil.</a:t>
            </a:r>
          </a:p>
          <a:p>
            <a:pPr>
              <a:spcBef>
                <a:spcPts val="600"/>
              </a:spcBef>
            </a:pPr>
            <a:r>
              <a:rPr lang="en-US" altLang="en-US" sz="2200" dirty="0"/>
              <a:t>When the current enters the un-dotted terminal of one coil, the mutually-induced voltage drop is positive at the un-dotted terminal of the other coil.</a:t>
            </a:r>
          </a:p>
          <a:p>
            <a:pPr>
              <a:spcBef>
                <a:spcPts val="600"/>
              </a:spcBef>
            </a:pPr>
            <a:endParaRPr lang="en-US" altLang="en-US" sz="2200" dirty="0"/>
          </a:p>
        </p:txBody>
      </p:sp>
      <p:pic>
        <p:nvPicPr>
          <p:cNvPr id="11" name="Picture Placeholder 5" descr="The figure illustrates two dots in a pair of circuits with two magnetically coupled coils, which indicate the polarity of mutually induced voltages.&#10;Long description is available in notes, press F6.">
            <a:extLst>
              <a:ext uri="{FF2B5EF4-FFF2-40B4-BE49-F238E27FC236}">
                <a16:creationId xmlns:a16="http://schemas.microsoft.com/office/drawing/2014/main" id="{FE9AEDD6-6EC2-480B-ADF6-30D81E4CC8B1}"/>
              </a:ext>
            </a:extLst>
          </p:cNvPr>
          <p:cNvPicPr>
            <a:picLocks noChangeAspect="1"/>
          </p:cNvPicPr>
          <p:nvPr/>
        </p:nvPicPr>
        <p:blipFill>
          <a:blip r:embed="rId3"/>
          <a:stretch>
            <a:fillRect/>
          </a:stretch>
        </p:blipFill>
        <p:spPr>
          <a:xfrm>
            <a:off x="1828800" y="4263145"/>
            <a:ext cx="5638800" cy="2188431"/>
          </a:xfrm>
          <a:prstGeom prst="rect">
            <a:avLst/>
          </a:prstGeom>
        </p:spPr>
      </p:pic>
    </p:spTree>
    <p:extLst>
      <p:ext uri="{BB962C8B-B14F-4D97-AF65-F5344CB8AC3E}">
        <p14:creationId xmlns:p14="http://schemas.microsoft.com/office/powerpoint/2010/main" val="1928658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1174310"/>
          </a:xfrm>
        </p:spPr>
        <p:txBody>
          <a:bodyPr/>
          <a:lstStyle/>
          <a:p>
            <a:r>
              <a:rPr lang="en-US" altLang="en-US" sz="3200" dirty="0"/>
              <a:t>Writing KVL with the Dot Convention</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11" name="Picture Placeholder 5" descr="The figure illustrates two dots in a pair of circuits with two magnetically coupled coils, which indicate the polarity of mutually induced voltages.&#10;Long description is available in notes, press F6.">
            <a:extLst>
              <a:ext uri="{FF2B5EF4-FFF2-40B4-BE49-F238E27FC236}">
                <a16:creationId xmlns:a16="http://schemas.microsoft.com/office/drawing/2014/main" id="{FE9AEDD6-6EC2-480B-ADF6-30D81E4CC8B1}"/>
              </a:ext>
            </a:extLst>
          </p:cNvPr>
          <p:cNvPicPr>
            <a:picLocks noChangeAspect="1"/>
          </p:cNvPicPr>
          <p:nvPr/>
        </p:nvPicPr>
        <p:blipFill>
          <a:blip r:embed="rId3"/>
          <a:stretch>
            <a:fillRect/>
          </a:stretch>
        </p:blipFill>
        <p:spPr>
          <a:xfrm>
            <a:off x="5029203" y="1203203"/>
            <a:ext cx="3787874" cy="1470082"/>
          </a:xfrm>
          <a:prstGeom prst="rect">
            <a:avLst/>
          </a:prstGeom>
        </p:spPr>
      </p:pic>
      <p:sp>
        <p:nvSpPr>
          <p:cNvPr id="7" name="Content Placeholder 3">
            <a:extLst>
              <a:ext uri="{FF2B5EF4-FFF2-40B4-BE49-F238E27FC236}">
                <a16:creationId xmlns:a16="http://schemas.microsoft.com/office/drawing/2014/main" id="{D0872A68-7788-49A0-8EA2-581DD4D488D8}"/>
              </a:ext>
            </a:extLst>
          </p:cNvPr>
          <p:cNvSpPr txBox="1">
            <a:spLocks/>
          </p:cNvSpPr>
          <p:nvPr/>
        </p:nvSpPr>
        <p:spPr>
          <a:xfrm>
            <a:off x="429399" y="1229184"/>
            <a:ext cx="457768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dirty="0"/>
              <a:t>Follow these steps to write KVL for each of the loops in a circuit.</a:t>
            </a:r>
          </a:p>
        </p:txBody>
      </p:sp>
      <p:sp>
        <p:nvSpPr>
          <p:cNvPr id="10" name="Content Placeholder 1">
            <a:extLst>
              <a:ext uri="{FF2B5EF4-FFF2-40B4-BE49-F238E27FC236}">
                <a16:creationId xmlns:a16="http://schemas.microsoft.com/office/drawing/2014/main" id="{19018DE7-FB91-4C9D-8E3D-83D1ED193382}"/>
              </a:ext>
            </a:extLst>
          </p:cNvPr>
          <p:cNvSpPr txBox="1">
            <a:spLocks/>
          </p:cNvSpPr>
          <p:nvPr/>
        </p:nvSpPr>
        <p:spPr>
          <a:xfrm>
            <a:off x="463812" y="2653843"/>
            <a:ext cx="8002486" cy="3206450"/>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mj-lt"/>
              <a:buAutoNum type="arabicPeriod"/>
            </a:pPr>
            <a:r>
              <a:rPr lang="en-US" sz="2800" dirty="0"/>
              <a:t>Define the mesh currents.</a:t>
            </a:r>
          </a:p>
          <a:p>
            <a:pPr marL="457200" indent="-457200">
              <a:spcBef>
                <a:spcPts val="600"/>
              </a:spcBef>
              <a:buFont typeface="+mj-lt"/>
              <a:buAutoNum type="arabicPeriod"/>
            </a:pPr>
            <a:r>
              <a:rPr lang="en-US" sz="2800" dirty="0"/>
              <a:t>Sum the voltage drops around the mesh, using the appropriate sign relationship for the self-induced voltage terms.</a:t>
            </a:r>
          </a:p>
          <a:p>
            <a:pPr marL="457200" indent="-457200">
              <a:spcBef>
                <a:spcPts val="600"/>
              </a:spcBef>
              <a:buFont typeface="+mj-lt"/>
              <a:buAutoNum type="arabicPeriod"/>
            </a:pPr>
            <a:r>
              <a:rPr lang="en-US" sz="2800" dirty="0"/>
              <a:t>Consider the current in the other mesh.  If it enters the dot, the mutually-induced voltage term is positive at the dot of the other coil. </a:t>
            </a:r>
          </a:p>
        </p:txBody>
      </p:sp>
    </p:spTree>
    <p:extLst>
      <p:ext uri="{BB962C8B-B14F-4D97-AF65-F5344CB8AC3E}">
        <p14:creationId xmlns:p14="http://schemas.microsoft.com/office/powerpoint/2010/main" val="3257199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1174310"/>
          </a:xfrm>
        </p:spPr>
        <p:txBody>
          <a:bodyPr/>
          <a:lstStyle/>
          <a:p>
            <a:r>
              <a:rPr lang="en-US" altLang="en-US" sz="3200" dirty="0"/>
              <a:t>Writing KVL with the Dot Convention</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11" name="Picture Placeholder 5" descr="The figure illustrates two dots in a pair of circuits with two magnetically coupled coils, which indicate the polarity of mutually induced voltages.&#10;Long description is available in notes, press F6.">
            <a:extLst>
              <a:ext uri="{FF2B5EF4-FFF2-40B4-BE49-F238E27FC236}">
                <a16:creationId xmlns:a16="http://schemas.microsoft.com/office/drawing/2014/main" id="{FE9AEDD6-6EC2-480B-ADF6-30D81E4CC8B1}"/>
              </a:ext>
            </a:extLst>
          </p:cNvPr>
          <p:cNvPicPr>
            <a:picLocks noChangeAspect="1"/>
          </p:cNvPicPr>
          <p:nvPr/>
        </p:nvPicPr>
        <p:blipFill>
          <a:blip r:embed="rId3"/>
          <a:stretch>
            <a:fillRect/>
          </a:stretch>
        </p:blipFill>
        <p:spPr>
          <a:xfrm>
            <a:off x="5029203" y="1203203"/>
            <a:ext cx="3787874" cy="1470082"/>
          </a:xfrm>
          <a:prstGeom prst="rect">
            <a:avLst/>
          </a:prstGeom>
        </p:spPr>
      </p:pic>
      <p:sp>
        <p:nvSpPr>
          <p:cNvPr id="10" name="Content Placeholder 1">
            <a:extLst>
              <a:ext uri="{FF2B5EF4-FFF2-40B4-BE49-F238E27FC236}">
                <a16:creationId xmlns:a16="http://schemas.microsoft.com/office/drawing/2014/main" id="{19018DE7-FB91-4C9D-8E3D-83D1ED193382}"/>
              </a:ext>
            </a:extLst>
          </p:cNvPr>
          <p:cNvSpPr txBox="1">
            <a:spLocks/>
          </p:cNvSpPr>
          <p:nvPr/>
        </p:nvSpPr>
        <p:spPr>
          <a:xfrm>
            <a:off x="429399" y="2486652"/>
            <a:ext cx="8257402" cy="172912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600"/>
              </a:spcBef>
              <a:buFont typeface="+mj-lt"/>
              <a:buAutoNum type="arabicPeriod"/>
            </a:pPr>
            <a:r>
              <a:rPr lang="en-US" sz="2000" dirty="0"/>
              <a:t>Define the mesh currents.</a:t>
            </a:r>
          </a:p>
          <a:p>
            <a:pPr marL="457200" indent="-457200">
              <a:spcBef>
                <a:spcPts val="600"/>
              </a:spcBef>
              <a:buFont typeface="+mj-lt"/>
              <a:buAutoNum type="arabicPeriod"/>
            </a:pPr>
            <a:r>
              <a:rPr lang="en-US" sz="2000" dirty="0"/>
              <a:t>Sum the voltage drops around the mesh, using the appropriate sign relationship for the self-induced voltage terms.</a:t>
            </a:r>
          </a:p>
          <a:p>
            <a:pPr marL="457200" indent="-457200">
              <a:spcBef>
                <a:spcPts val="600"/>
              </a:spcBef>
              <a:buFont typeface="+mj-lt"/>
              <a:buAutoNum type="arabicPeriod"/>
            </a:pPr>
            <a:r>
              <a:rPr lang="en-US" sz="2000" dirty="0"/>
              <a:t>Consider the current in the other mesh.  If it enters the dot, the mutually-induced voltage term is positive at the dot of the other coil. </a:t>
            </a:r>
          </a:p>
        </p:txBody>
      </p:sp>
      <p:graphicFrame>
        <p:nvGraphicFramePr>
          <p:cNvPr id="8" name="Object 3" descr="The figure illustrates the equation with the terms i subscript 1 and i subscript 2. &#10;Long description is available in notes, press F6.">
            <a:extLst>
              <a:ext uri="{FF2B5EF4-FFF2-40B4-BE49-F238E27FC236}">
                <a16:creationId xmlns:a16="http://schemas.microsoft.com/office/drawing/2014/main" id="{F392615C-6B5A-4D4C-B8D5-C1FE2A707EEE}"/>
              </a:ext>
            </a:extLst>
          </p:cNvPr>
          <p:cNvGraphicFramePr>
            <a:graphicFrameLocks noChangeAspect="1"/>
          </p:cNvGraphicFramePr>
          <p:nvPr>
            <p:extLst>
              <p:ext uri="{D42A27DB-BD31-4B8C-83A1-F6EECF244321}">
                <p14:modId xmlns:p14="http://schemas.microsoft.com/office/powerpoint/2010/main" val="3211487056"/>
              </p:ext>
            </p:extLst>
          </p:nvPr>
        </p:nvGraphicFramePr>
        <p:xfrm>
          <a:off x="2794773" y="4695827"/>
          <a:ext cx="3794125" cy="787400"/>
        </p:xfrm>
        <a:graphic>
          <a:graphicData uri="http://schemas.openxmlformats.org/presentationml/2006/ole">
            <mc:AlternateContent xmlns:mc="http://schemas.openxmlformats.org/markup-compatibility/2006">
              <mc:Choice xmlns:v="urn:schemas-microsoft-com:vml" Requires="v">
                <p:oleObj name="Equation" r:id="rId4" imgW="2044440" imgH="406080" progId="Equation.DSMT4">
                  <p:embed/>
                </p:oleObj>
              </mc:Choice>
              <mc:Fallback>
                <p:oleObj name="Equation" r:id="rId4" imgW="2044440" imgH="406080" progId="Equation.DSMT4">
                  <p:embed/>
                  <p:pic>
                    <p:nvPicPr>
                      <p:cNvPr id="8" name="Object 3" descr="The figure illustrates the equation with the terms i subscript 1 and i subscript 2. &#10;Long description is available in notes, press F6.">
                        <a:extLst>
                          <a:ext uri="{FF2B5EF4-FFF2-40B4-BE49-F238E27FC236}">
                            <a16:creationId xmlns:a16="http://schemas.microsoft.com/office/drawing/2014/main" id="{F392615C-6B5A-4D4C-B8D5-C1FE2A707EEE}"/>
                          </a:ext>
                        </a:extLst>
                      </p:cNvPr>
                      <p:cNvPicPr>
                        <a:picLocks noChangeAspect="1" noChangeArrowheads="1"/>
                      </p:cNvPicPr>
                      <p:nvPr/>
                    </p:nvPicPr>
                    <p:blipFill>
                      <a:blip r:embed="rId5"/>
                      <a:srcRect/>
                      <a:stretch>
                        <a:fillRect/>
                      </a:stretch>
                    </p:blipFill>
                    <p:spPr bwMode="auto">
                      <a:xfrm>
                        <a:off x="2794773" y="4695827"/>
                        <a:ext cx="379412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3" descr="R subscript 2 BaseLine i subscript 2 BaseLine plus L subscript 2 BaseLine Start Fraction d i subscript 2 BaseLine over d t End Fraction minus M Start Fraction d i subscript 1 BaseLine over d t End Fraction equals 0.">
            <a:extLst>
              <a:ext uri="{FF2B5EF4-FFF2-40B4-BE49-F238E27FC236}">
                <a16:creationId xmlns:a16="http://schemas.microsoft.com/office/drawing/2014/main" id="{7A5E75D1-50CC-40A4-8516-B098A6028F27}"/>
              </a:ext>
            </a:extLst>
          </p:cNvPr>
          <p:cNvGraphicFramePr>
            <a:graphicFrameLocks noChangeAspect="1"/>
          </p:cNvGraphicFramePr>
          <p:nvPr>
            <p:extLst>
              <p:ext uri="{D42A27DB-BD31-4B8C-83A1-F6EECF244321}">
                <p14:modId xmlns:p14="http://schemas.microsoft.com/office/powerpoint/2010/main" val="2586532321"/>
              </p:ext>
            </p:extLst>
          </p:nvPr>
        </p:nvGraphicFramePr>
        <p:xfrm>
          <a:off x="3263207" y="5576163"/>
          <a:ext cx="2898775" cy="787400"/>
        </p:xfrm>
        <a:graphic>
          <a:graphicData uri="http://schemas.openxmlformats.org/presentationml/2006/ole">
            <mc:AlternateContent xmlns:mc="http://schemas.openxmlformats.org/markup-compatibility/2006">
              <mc:Choice xmlns:v="urn:schemas-microsoft-com:vml" Requires="v">
                <p:oleObj name="Equation" r:id="rId6" imgW="1562040" imgH="406080" progId="Equation.DSMT4">
                  <p:embed/>
                </p:oleObj>
              </mc:Choice>
              <mc:Fallback>
                <p:oleObj name="Equation" r:id="rId6" imgW="1562040" imgH="406080" progId="Equation.DSMT4">
                  <p:embed/>
                  <p:pic>
                    <p:nvPicPr>
                      <p:cNvPr id="9" name="Object 3" descr="R subscript 2 BaseLine i subscript 2 BaseLine plus L subscript 2 BaseLine Start Fraction d i subscript 2 BaseLine over d t End Fraction minus M Start Fraction d i subscript 1 BaseLine over d t End Fraction equals 0.">
                        <a:extLst>
                          <a:ext uri="{FF2B5EF4-FFF2-40B4-BE49-F238E27FC236}">
                            <a16:creationId xmlns:a16="http://schemas.microsoft.com/office/drawing/2014/main" id="{7A5E75D1-50CC-40A4-8516-B098A6028F27}"/>
                          </a:ext>
                        </a:extLst>
                      </p:cNvPr>
                      <p:cNvPicPr>
                        <a:picLocks noChangeAspect="1" noChangeArrowheads="1"/>
                      </p:cNvPicPr>
                      <p:nvPr/>
                    </p:nvPicPr>
                    <p:blipFill>
                      <a:blip r:embed="rId7"/>
                      <a:srcRect/>
                      <a:stretch>
                        <a:fillRect/>
                      </a:stretch>
                    </p:blipFill>
                    <p:spPr bwMode="auto">
                      <a:xfrm>
                        <a:off x="3263207" y="5576163"/>
                        <a:ext cx="2898775"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Content Placeholder 3">
            <a:extLst>
              <a:ext uri="{FF2B5EF4-FFF2-40B4-BE49-F238E27FC236}">
                <a16:creationId xmlns:a16="http://schemas.microsoft.com/office/drawing/2014/main" id="{DC39C0BE-372F-41DC-8D3B-51206427EE7D}"/>
              </a:ext>
            </a:extLst>
          </p:cNvPr>
          <p:cNvSpPr txBox="1">
            <a:spLocks/>
          </p:cNvSpPr>
          <p:nvPr/>
        </p:nvSpPr>
        <p:spPr>
          <a:xfrm>
            <a:off x="391299" y="4414955"/>
            <a:ext cx="473074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dirty="0"/>
              <a:t>For the example given:</a:t>
            </a:r>
          </a:p>
        </p:txBody>
      </p:sp>
      <p:sp>
        <p:nvSpPr>
          <p:cNvPr id="2" name="Content Placeholder 3">
            <a:extLst>
              <a:ext uri="{FF2B5EF4-FFF2-40B4-BE49-F238E27FC236}">
                <a16:creationId xmlns:a16="http://schemas.microsoft.com/office/drawing/2014/main" id="{44AE78ED-B04F-24CF-84F2-79353264D387}"/>
              </a:ext>
            </a:extLst>
          </p:cNvPr>
          <p:cNvSpPr txBox="1">
            <a:spLocks/>
          </p:cNvSpPr>
          <p:nvPr/>
        </p:nvSpPr>
        <p:spPr>
          <a:xfrm>
            <a:off x="429399" y="1229184"/>
            <a:ext cx="4577681" cy="651905"/>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dirty="0"/>
              <a:t>Follow these steps to write KVL for each of the loops in a circuit.</a:t>
            </a:r>
          </a:p>
        </p:txBody>
      </p:sp>
    </p:spTree>
    <p:extLst>
      <p:ext uri="{BB962C8B-B14F-4D97-AF65-F5344CB8AC3E}">
        <p14:creationId xmlns:p14="http://schemas.microsoft.com/office/powerpoint/2010/main" val="215022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10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711465"/>
          </a:xfrm>
        </p:spPr>
        <p:txBody>
          <a:bodyPr/>
          <a:lstStyle/>
          <a:p>
            <a:r>
              <a:rPr lang="en-US" altLang="en-US" sz="3200" dirty="0"/>
              <a:t>Example Problem</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26923" y="1229184"/>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 name="Content Placeholder 3">
            <a:extLst>
              <a:ext uri="{FF2B5EF4-FFF2-40B4-BE49-F238E27FC236}">
                <a16:creationId xmlns:a16="http://schemas.microsoft.com/office/drawing/2014/main" id="{44AE78ED-B04F-24CF-84F2-79353264D387}"/>
              </a:ext>
            </a:extLst>
          </p:cNvPr>
          <p:cNvSpPr txBox="1">
            <a:spLocks/>
          </p:cNvSpPr>
          <p:nvPr/>
        </p:nvSpPr>
        <p:spPr>
          <a:xfrm>
            <a:off x="609600" y="1235340"/>
            <a:ext cx="7924800" cy="1575234"/>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dirty="0"/>
              <a:t>Use the mesh-current method to write equations for the circuit shown.  This is Figure 6.29 from the Nilsson and Reidel textbook, 12</a:t>
            </a:r>
            <a:r>
              <a:rPr lang="en-US" sz="2000" baseline="30000" dirty="0"/>
              <a:t>th</a:t>
            </a:r>
            <a:r>
              <a:rPr lang="en-US" sz="2000" dirty="0"/>
              <a:t> Ed.  Note that for this circuit, this means writing two equations in the two unknowns, </a:t>
            </a:r>
            <a:r>
              <a:rPr lang="en-US" sz="2000" i="1" dirty="0">
                <a:latin typeface="Times New Roman" panose="02020603050405020304" pitchFamily="18" charset="0"/>
                <a:cs typeface="Times New Roman" panose="02020603050405020304" pitchFamily="18" charset="0"/>
              </a:rPr>
              <a:t>i</a:t>
            </a:r>
            <a:r>
              <a:rPr lang="en-US" sz="2000" i="1" baseline="-25000" dirty="0">
                <a:latin typeface="Times New Roman" panose="02020603050405020304" pitchFamily="18" charset="0"/>
                <a:cs typeface="Times New Roman" panose="02020603050405020304" pitchFamily="18" charset="0"/>
              </a:rPr>
              <a:t>1</a:t>
            </a:r>
            <a:r>
              <a:rPr lang="en-US" sz="2000" dirty="0"/>
              <a:t> and </a:t>
            </a:r>
            <a:r>
              <a:rPr lang="en-US" sz="2000" i="1" dirty="0">
                <a:latin typeface="Times New Roman" panose="02020603050405020304" pitchFamily="18" charset="0"/>
                <a:cs typeface="Times New Roman" panose="02020603050405020304" pitchFamily="18" charset="0"/>
              </a:rPr>
              <a:t>i</a:t>
            </a:r>
            <a:r>
              <a:rPr lang="en-US" sz="2000" i="1" baseline="-25000" dirty="0">
                <a:latin typeface="Times New Roman" panose="02020603050405020304" pitchFamily="18" charset="0"/>
                <a:cs typeface="Times New Roman" panose="02020603050405020304" pitchFamily="18" charset="0"/>
              </a:rPr>
              <a:t>2</a:t>
            </a:r>
            <a:r>
              <a:rPr lang="en-US" sz="2000" dirty="0"/>
              <a:t>, since the third mesh current is clearly equal to the value of the current source, which is assumed to be known.</a:t>
            </a:r>
          </a:p>
        </p:txBody>
      </p:sp>
      <p:pic>
        <p:nvPicPr>
          <p:cNvPr id="13" name="Picture Placeholder 5" descr="The figure illustrates three resistors, two inductors, and an independent current source shows three mesh currents.&#10;Long description is available in notes, press F6.">
            <a:extLst>
              <a:ext uri="{FF2B5EF4-FFF2-40B4-BE49-F238E27FC236}">
                <a16:creationId xmlns:a16="http://schemas.microsoft.com/office/drawing/2014/main" id="{8D3C9636-8FCF-4102-9D5B-6A9F3871209D}"/>
              </a:ext>
            </a:extLst>
          </p:cNvPr>
          <p:cNvPicPr>
            <a:picLocks noChangeAspect="1"/>
          </p:cNvPicPr>
          <p:nvPr/>
        </p:nvPicPr>
        <p:blipFill>
          <a:blip r:embed="rId3"/>
          <a:stretch>
            <a:fillRect/>
          </a:stretch>
        </p:blipFill>
        <p:spPr>
          <a:xfrm>
            <a:off x="1371600" y="2971803"/>
            <a:ext cx="6626712" cy="3526297"/>
          </a:xfrm>
          <a:prstGeom prst="rect">
            <a:avLst/>
          </a:prstGeom>
        </p:spPr>
      </p:pic>
    </p:spTree>
    <p:extLst>
      <p:ext uri="{BB962C8B-B14F-4D97-AF65-F5344CB8AC3E}">
        <p14:creationId xmlns:p14="http://schemas.microsoft.com/office/powerpoint/2010/main" val="42916537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647035"/>
          </a:xfrm>
        </p:spPr>
        <p:txBody>
          <a:bodyPr/>
          <a:lstStyle/>
          <a:p>
            <a:r>
              <a:rPr lang="en-US" altLang="en-US" sz="2800" dirty="0"/>
              <a:t>Total Energy Stored in Coupled Coils</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Content Placeholder 29">
            <a:extLst>
              <a:ext uri="{FF2B5EF4-FFF2-40B4-BE49-F238E27FC236}">
                <a16:creationId xmlns:a16="http://schemas.microsoft.com/office/drawing/2014/main" id="{86DE10D4-82A9-428B-AEEA-F7F540FA13E1}"/>
              </a:ext>
            </a:extLst>
          </p:cNvPr>
          <p:cNvSpPr txBox="1">
            <a:spLocks/>
          </p:cNvSpPr>
          <p:nvPr/>
        </p:nvSpPr>
        <p:spPr bwMode="auto">
          <a:xfrm>
            <a:off x="533400" y="1351553"/>
            <a:ext cx="7932898" cy="775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l">
              <a:spcBef>
                <a:spcPts val="600"/>
              </a:spcBef>
            </a:pPr>
            <a:r>
              <a:rPr lang="en-US" sz="2400" dirty="0"/>
              <a:t>Use the circuit here to calculate the total energy stored in magnetically coupled coils.</a:t>
            </a:r>
          </a:p>
        </p:txBody>
      </p:sp>
      <p:pic>
        <p:nvPicPr>
          <p:cNvPr id="9" name="Picture 8" descr="Circuit on the left shows an inductor L subscript 1 with input voltage V subscript 1 and input current i subscript 1. Circuit on the right shows an inductor L subscript 2 with input voltage V subscript 2 and input current i subscript 2. Mutual inductance between the two inductors is represented as M. A dot is marked near the top right corner of the left circuit, while another dot is marked near the bottom left corner of the right circuit.">
            <a:extLst>
              <a:ext uri="{FF2B5EF4-FFF2-40B4-BE49-F238E27FC236}">
                <a16:creationId xmlns:a16="http://schemas.microsoft.com/office/drawing/2014/main" id="{460AEE3C-1F86-4089-B5A0-DA7608D57CC6}"/>
              </a:ext>
            </a:extLst>
          </p:cNvPr>
          <p:cNvPicPr>
            <a:picLocks noChangeAspect="1"/>
          </p:cNvPicPr>
          <p:nvPr/>
        </p:nvPicPr>
        <p:blipFill>
          <a:blip r:embed="rId3"/>
          <a:srcRect/>
          <a:stretch/>
        </p:blipFill>
        <p:spPr>
          <a:xfrm>
            <a:off x="2756946" y="2176978"/>
            <a:ext cx="3176403" cy="1438255"/>
          </a:xfrm>
          <a:prstGeom prst="rect">
            <a:avLst/>
          </a:prstGeom>
        </p:spPr>
      </p:pic>
      <p:sp>
        <p:nvSpPr>
          <p:cNvPr id="12" name="Content Placeholder 8">
            <a:extLst>
              <a:ext uri="{FF2B5EF4-FFF2-40B4-BE49-F238E27FC236}">
                <a16:creationId xmlns:a16="http://schemas.microsoft.com/office/drawing/2014/main" id="{8397FE50-5342-4171-822E-C4E252EA5A00}"/>
              </a:ext>
            </a:extLst>
          </p:cNvPr>
          <p:cNvSpPr txBox="1">
            <a:spLocks/>
          </p:cNvSpPr>
          <p:nvPr/>
        </p:nvSpPr>
        <p:spPr>
          <a:xfrm>
            <a:off x="424969" y="3604286"/>
            <a:ext cx="8245956"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dirty="0"/>
              <a:t>Initially, assume both currents and the stored energy are</a:t>
            </a:r>
          </a:p>
        </p:txBody>
      </p:sp>
      <p:sp>
        <p:nvSpPr>
          <p:cNvPr id="13" name="Content Placeholder 9">
            <a:extLst>
              <a:ext uri="{FF2B5EF4-FFF2-40B4-BE49-F238E27FC236}">
                <a16:creationId xmlns:a16="http://schemas.microsoft.com/office/drawing/2014/main" id="{72D22DCB-D0CF-4BF2-8282-C39CAFAA5810}"/>
              </a:ext>
            </a:extLst>
          </p:cNvPr>
          <p:cNvSpPr txBox="1">
            <a:spLocks/>
          </p:cNvSpPr>
          <p:nvPr/>
        </p:nvSpPr>
        <p:spPr>
          <a:xfrm>
            <a:off x="424969" y="4056550"/>
            <a:ext cx="1888020"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a:t>zero. Then let </a:t>
            </a:r>
            <a:endParaRPr lang="en-US" sz="2400" dirty="0"/>
          </a:p>
        </p:txBody>
      </p:sp>
      <p:graphicFrame>
        <p:nvGraphicFramePr>
          <p:cNvPr id="14" name="Object 13" descr="i subscript 1 BaseLine.">
            <a:extLst>
              <a:ext uri="{FF2B5EF4-FFF2-40B4-BE49-F238E27FC236}">
                <a16:creationId xmlns:a16="http://schemas.microsoft.com/office/drawing/2014/main" id="{F6948D4B-1085-4B34-83E8-B7D8067EF151}"/>
              </a:ext>
            </a:extLst>
          </p:cNvPr>
          <p:cNvGraphicFramePr>
            <a:graphicFrameLocks noChangeAspect="1"/>
          </p:cNvGraphicFramePr>
          <p:nvPr>
            <p:extLst>
              <p:ext uri="{D42A27DB-BD31-4B8C-83A1-F6EECF244321}">
                <p14:modId xmlns:p14="http://schemas.microsoft.com/office/powerpoint/2010/main" val="2826009793"/>
              </p:ext>
            </p:extLst>
          </p:nvPr>
        </p:nvGraphicFramePr>
        <p:xfrm>
          <a:off x="2370138" y="4067175"/>
          <a:ext cx="228600" cy="476250"/>
        </p:xfrm>
        <a:graphic>
          <a:graphicData uri="http://schemas.openxmlformats.org/presentationml/2006/ole">
            <mc:AlternateContent xmlns:mc="http://schemas.openxmlformats.org/markup-compatibility/2006">
              <mc:Choice xmlns:v="urn:schemas-microsoft-com:vml" Requires="v">
                <p:oleObj name="Equation" r:id="rId4" imgW="114120" imgH="228600" progId="Equation.DSMT4">
                  <p:embed/>
                </p:oleObj>
              </mc:Choice>
              <mc:Fallback>
                <p:oleObj name="Equation" r:id="rId4" imgW="114120" imgH="228600" progId="Equation.DSMT4">
                  <p:embed/>
                  <p:pic>
                    <p:nvPicPr>
                      <p:cNvPr id="14" name="Object 13" descr="i subscript 1 BaseLine.">
                        <a:extLst>
                          <a:ext uri="{FF2B5EF4-FFF2-40B4-BE49-F238E27FC236}">
                            <a16:creationId xmlns:a16="http://schemas.microsoft.com/office/drawing/2014/main" id="{F6948D4B-1085-4B34-83E8-B7D8067EF151}"/>
                          </a:ext>
                        </a:extLst>
                      </p:cNvPr>
                      <p:cNvPicPr>
                        <a:picLocks noChangeAspect="1" noChangeArrowheads="1"/>
                      </p:cNvPicPr>
                      <p:nvPr/>
                    </p:nvPicPr>
                    <p:blipFill>
                      <a:blip r:embed="rId5"/>
                      <a:srcRect/>
                      <a:stretch>
                        <a:fillRect/>
                      </a:stretch>
                    </p:blipFill>
                    <p:spPr bwMode="auto">
                      <a:xfrm>
                        <a:off x="2370138" y="4067175"/>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10">
            <a:extLst>
              <a:ext uri="{FF2B5EF4-FFF2-40B4-BE49-F238E27FC236}">
                <a16:creationId xmlns:a16="http://schemas.microsoft.com/office/drawing/2014/main" id="{1ADBFF2B-A701-423C-92E7-DF3EBF3BA631}"/>
              </a:ext>
            </a:extLst>
          </p:cNvPr>
          <p:cNvSpPr txBox="1">
            <a:spLocks/>
          </p:cNvSpPr>
          <p:nvPr/>
        </p:nvSpPr>
        <p:spPr>
          <a:xfrm>
            <a:off x="2663343" y="4075600"/>
            <a:ext cx="2451582"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a:t>increase from 0 to</a:t>
            </a:r>
            <a:endParaRPr lang="en-US" sz="2400" dirty="0"/>
          </a:p>
        </p:txBody>
      </p:sp>
      <p:graphicFrame>
        <p:nvGraphicFramePr>
          <p:cNvPr id="16" name="Object 15" descr="I subscript 1 BaseLine.">
            <a:extLst>
              <a:ext uri="{FF2B5EF4-FFF2-40B4-BE49-F238E27FC236}">
                <a16:creationId xmlns:a16="http://schemas.microsoft.com/office/drawing/2014/main" id="{A530820C-C2AD-400E-85E7-1E1634D38630}"/>
              </a:ext>
            </a:extLst>
          </p:cNvPr>
          <p:cNvGraphicFramePr>
            <a:graphicFrameLocks noChangeAspect="1"/>
          </p:cNvGraphicFramePr>
          <p:nvPr>
            <p:extLst>
              <p:ext uri="{D42A27DB-BD31-4B8C-83A1-F6EECF244321}">
                <p14:modId xmlns:p14="http://schemas.microsoft.com/office/powerpoint/2010/main" val="934739774"/>
              </p:ext>
            </p:extLst>
          </p:nvPr>
        </p:nvGraphicFramePr>
        <p:xfrm>
          <a:off x="5151438" y="4048125"/>
          <a:ext cx="228600" cy="476250"/>
        </p:xfrm>
        <a:graphic>
          <a:graphicData uri="http://schemas.openxmlformats.org/presentationml/2006/ole">
            <mc:AlternateContent xmlns:mc="http://schemas.openxmlformats.org/markup-compatibility/2006">
              <mc:Choice xmlns:v="urn:schemas-microsoft-com:vml" Requires="v">
                <p:oleObj name="Equation" r:id="rId6" imgW="114120" imgH="228600" progId="Equation.DSMT4">
                  <p:embed/>
                </p:oleObj>
              </mc:Choice>
              <mc:Fallback>
                <p:oleObj name="Equation" r:id="rId6" imgW="114120" imgH="228600" progId="Equation.DSMT4">
                  <p:embed/>
                  <p:pic>
                    <p:nvPicPr>
                      <p:cNvPr id="16" name="Object 15" descr="I subscript 1 BaseLine.">
                        <a:extLst>
                          <a:ext uri="{FF2B5EF4-FFF2-40B4-BE49-F238E27FC236}">
                            <a16:creationId xmlns:a16="http://schemas.microsoft.com/office/drawing/2014/main" id="{A530820C-C2AD-400E-85E7-1E1634D38630}"/>
                          </a:ext>
                        </a:extLst>
                      </p:cNvPr>
                      <p:cNvPicPr>
                        <a:picLocks noChangeAspect="1" noChangeArrowheads="1"/>
                      </p:cNvPicPr>
                      <p:nvPr/>
                    </p:nvPicPr>
                    <p:blipFill>
                      <a:blip r:embed="rId7"/>
                      <a:srcRect/>
                      <a:stretch>
                        <a:fillRect/>
                      </a:stretch>
                    </p:blipFill>
                    <p:spPr bwMode="auto">
                      <a:xfrm>
                        <a:off x="5151438" y="4048125"/>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Content Placeholder 33">
            <a:extLst>
              <a:ext uri="{FF2B5EF4-FFF2-40B4-BE49-F238E27FC236}">
                <a16:creationId xmlns:a16="http://schemas.microsoft.com/office/drawing/2014/main" id="{CDADE403-77F0-45C2-A344-E092CF54A49C}"/>
              </a:ext>
            </a:extLst>
          </p:cNvPr>
          <p:cNvSpPr txBox="1">
            <a:spLocks/>
          </p:cNvSpPr>
          <p:nvPr/>
        </p:nvSpPr>
        <p:spPr>
          <a:xfrm>
            <a:off x="5400675" y="4061370"/>
            <a:ext cx="3257549"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a:sym typeface="Symbol"/>
              </a:rPr>
              <a:t>and calculate the stored</a:t>
            </a:r>
            <a:endParaRPr lang="en-US" sz="2400" dirty="0"/>
          </a:p>
        </p:txBody>
      </p:sp>
      <p:sp>
        <p:nvSpPr>
          <p:cNvPr id="18" name="Content Placeholder 11">
            <a:extLst>
              <a:ext uri="{FF2B5EF4-FFF2-40B4-BE49-F238E27FC236}">
                <a16:creationId xmlns:a16="http://schemas.microsoft.com/office/drawing/2014/main" id="{9F8035B0-51F2-441C-AD88-E15FF637A950}"/>
              </a:ext>
            </a:extLst>
          </p:cNvPr>
          <p:cNvSpPr txBox="1">
            <a:spLocks/>
          </p:cNvSpPr>
          <p:nvPr/>
        </p:nvSpPr>
        <p:spPr>
          <a:xfrm>
            <a:off x="424969" y="4555395"/>
            <a:ext cx="1041882" cy="405683"/>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a:t>energy:</a:t>
            </a:r>
            <a:endParaRPr lang="en-US" sz="2400" dirty="0"/>
          </a:p>
        </p:txBody>
      </p:sp>
      <p:graphicFrame>
        <p:nvGraphicFramePr>
          <p:cNvPr id="19" name="Object 18" descr="The figure illustrates the solving of an integral expression.&#10;Long description is available in notes, press F6.">
            <a:extLst>
              <a:ext uri="{FF2B5EF4-FFF2-40B4-BE49-F238E27FC236}">
                <a16:creationId xmlns:a16="http://schemas.microsoft.com/office/drawing/2014/main" id="{39C4D7C2-B493-41AA-A086-7F6993096E31}"/>
              </a:ext>
            </a:extLst>
          </p:cNvPr>
          <p:cNvGraphicFramePr>
            <a:graphicFrameLocks noChangeAspect="1"/>
          </p:cNvGraphicFramePr>
          <p:nvPr>
            <p:extLst>
              <p:ext uri="{D42A27DB-BD31-4B8C-83A1-F6EECF244321}">
                <p14:modId xmlns:p14="http://schemas.microsoft.com/office/powerpoint/2010/main" val="782301129"/>
              </p:ext>
            </p:extLst>
          </p:nvPr>
        </p:nvGraphicFramePr>
        <p:xfrm>
          <a:off x="2312988" y="5210175"/>
          <a:ext cx="4519612" cy="977900"/>
        </p:xfrm>
        <a:graphic>
          <a:graphicData uri="http://schemas.openxmlformats.org/presentationml/2006/ole">
            <mc:AlternateContent xmlns:mc="http://schemas.openxmlformats.org/markup-compatibility/2006">
              <mc:Choice xmlns:v="urn:schemas-microsoft-com:vml" Requires="v">
                <p:oleObj name="Equation" r:id="rId8" imgW="2323800" imgH="495000" progId="Equation.DSMT4">
                  <p:embed/>
                </p:oleObj>
              </mc:Choice>
              <mc:Fallback>
                <p:oleObj name="Equation" r:id="rId8" imgW="2323800" imgH="495000" progId="Equation.DSMT4">
                  <p:embed/>
                  <p:pic>
                    <p:nvPicPr>
                      <p:cNvPr id="19" name="Object 18" descr="The figure illustrates the solving of an integral expression.&#10;Long description is available in notes, press F6.">
                        <a:extLst>
                          <a:ext uri="{FF2B5EF4-FFF2-40B4-BE49-F238E27FC236}">
                            <a16:creationId xmlns:a16="http://schemas.microsoft.com/office/drawing/2014/main" id="{39C4D7C2-B493-41AA-A086-7F6993096E31}"/>
                          </a:ext>
                        </a:extLst>
                      </p:cNvPr>
                      <p:cNvPicPr>
                        <a:picLocks noChangeAspect="1" noChangeArrowheads="1"/>
                      </p:cNvPicPr>
                      <p:nvPr/>
                    </p:nvPicPr>
                    <p:blipFill>
                      <a:blip r:embed="rId9"/>
                      <a:srcRect/>
                      <a:stretch>
                        <a:fillRect/>
                      </a:stretch>
                    </p:blipFill>
                    <p:spPr bwMode="auto">
                      <a:xfrm>
                        <a:off x="2312988" y="5210175"/>
                        <a:ext cx="4519612"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35258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626384"/>
          </a:xfrm>
        </p:spPr>
        <p:txBody>
          <a:bodyPr/>
          <a:lstStyle/>
          <a:p>
            <a:r>
              <a:rPr lang="en-US" altLang="en-US" sz="2800" dirty="0"/>
              <a:t>Total Energy Stored in Coupled Coils</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8" name="Content Placeholder 29">
            <a:extLst>
              <a:ext uri="{FF2B5EF4-FFF2-40B4-BE49-F238E27FC236}">
                <a16:creationId xmlns:a16="http://schemas.microsoft.com/office/drawing/2014/main" id="{86DE10D4-82A9-428B-AEEA-F7F540FA13E1}"/>
              </a:ext>
            </a:extLst>
          </p:cNvPr>
          <p:cNvSpPr txBox="1">
            <a:spLocks/>
          </p:cNvSpPr>
          <p:nvPr/>
        </p:nvSpPr>
        <p:spPr bwMode="auto">
          <a:xfrm>
            <a:off x="533400" y="1166887"/>
            <a:ext cx="5129397" cy="1144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l">
              <a:spcBef>
                <a:spcPts val="600"/>
              </a:spcBef>
            </a:pPr>
            <a:r>
              <a:rPr lang="en-US" sz="2400" dirty="0"/>
              <a:t>Use the circuit here to calculate the total energy stored in magnetically coupled coils.</a:t>
            </a:r>
          </a:p>
        </p:txBody>
      </p:sp>
      <p:pic>
        <p:nvPicPr>
          <p:cNvPr id="9" name="Picture 8" descr="Circuit on the left shows an inductor L subscript 1 with input voltage V subscript 1 and input current i subscript 1. Circuit on the right shows an inductor L subscript 2 with input voltage V subscript 2 and input current i subscript 2. Mutual inductance between the two inductors is represented as M. A dot is marked near the top right corner of the left circuit, while another dot is marked near the bottom left corner of the right circuit.">
            <a:extLst>
              <a:ext uri="{FF2B5EF4-FFF2-40B4-BE49-F238E27FC236}">
                <a16:creationId xmlns:a16="http://schemas.microsoft.com/office/drawing/2014/main" id="{460AEE3C-1F86-4089-B5A0-DA7608D57CC6}"/>
              </a:ext>
            </a:extLst>
          </p:cNvPr>
          <p:cNvPicPr>
            <a:picLocks noChangeAspect="1"/>
          </p:cNvPicPr>
          <p:nvPr/>
        </p:nvPicPr>
        <p:blipFill>
          <a:blip r:embed="rId3"/>
          <a:srcRect/>
          <a:stretch/>
        </p:blipFill>
        <p:spPr>
          <a:xfrm>
            <a:off x="5662797" y="794391"/>
            <a:ext cx="3176403" cy="1438255"/>
          </a:xfrm>
          <a:prstGeom prst="rect">
            <a:avLst/>
          </a:prstGeom>
        </p:spPr>
      </p:pic>
      <p:sp>
        <p:nvSpPr>
          <p:cNvPr id="20" name="Content Placeholder 21">
            <a:extLst>
              <a:ext uri="{FF2B5EF4-FFF2-40B4-BE49-F238E27FC236}">
                <a16:creationId xmlns:a16="http://schemas.microsoft.com/office/drawing/2014/main" id="{68781452-BAE5-4E6D-9462-855C31DFD079}"/>
              </a:ext>
            </a:extLst>
          </p:cNvPr>
          <p:cNvSpPr txBox="1">
            <a:spLocks/>
          </p:cNvSpPr>
          <p:nvPr/>
        </p:nvSpPr>
        <p:spPr>
          <a:xfrm>
            <a:off x="428822" y="2425272"/>
            <a:ext cx="1123558"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Now hold</a:t>
            </a:r>
            <a:endParaRPr lang="en-US" sz="2000" dirty="0"/>
          </a:p>
        </p:txBody>
      </p:sp>
      <p:graphicFrame>
        <p:nvGraphicFramePr>
          <p:cNvPr id="21" name="Object 20" descr="i subscript 1 BaseLine.">
            <a:extLst>
              <a:ext uri="{FF2B5EF4-FFF2-40B4-BE49-F238E27FC236}">
                <a16:creationId xmlns:a16="http://schemas.microsoft.com/office/drawing/2014/main" id="{FF092C74-99C1-48E5-A39F-F9C2C32A6367}"/>
              </a:ext>
            </a:extLst>
          </p:cNvPr>
          <p:cNvGraphicFramePr>
            <a:graphicFrameLocks noChangeAspect="1"/>
          </p:cNvGraphicFramePr>
          <p:nvPr>
            <p:extLst>
              <p:ext uri="{D42A27DB-BD31-4B8C-83A1-F6EECF244321}">
                <p14:modId xmlns:p14="http://schemas.microsoft.com/office/powerpoint/2010/main" val="141206005"/>
              </p:ext>
            </p:extLst>
          </p:nvPr>
        </p:nvGraphicFramePr>
        <p:xfrm>
          <a:off x="1600201" y="2359211"/>
          <a:ext cx="228600" cy="476250"/>
        </p:xfrm>
        <a:graphic>
          <a:graphicData uri="http://schemas.openxmlformats.org/presentationml/2006/ole">
            <mc:AlternateContent xmlns:mc="http://schemas.openxmlformats.org/markup-compatibility/2006">
              <mc:Choice xmlns:v="urn:schemas-microsoft-com:vml" Requires="v">
                <p:oleObj name="Equation" r:id="rId4" imgW="114120" imgH="228600" progId="Equation.DSMT4">
                  <p:embed/>
                </p:oleObj>
              </mc:Choice>
              <mc:Fallback>
                <p:oleObj name="Equation" r:id="rId4" imgW="114120" imgH="228600" progId="Equation.DSMT4">
                  <p:embed/>
                  <p:pic>
                    <p:nvPicPr>
                      <p:cNvPr id="21" name="Object 20" descr="i subscript 1 BaseLine.">
                        <a:extLst>
                          <a:ext uri="{FF2B5EF4-FFF2-40B4-BE49-F238E27FC236}">
                            <a16:creationId xmlns:a16="http://schemas.microsoft.com/office/drawing/2014/main" id="{FF092C74-99C1-48E5-A39F-F9C2C32A6367}"/>
                          </a:ext>
                        </a:extLst>
                      </p:cNvPr>
                      <p:cNvPicPr>
                        <a:picLocks noChangeAspect="1" noChangeArrowheads="1"/>
                      </p:cNvPicPr>
                      <p:nvPr/>
                    </p:nvPicPr>
                    <p:blipFill>
                      <a:blip r:embed="rId5"/>
                      <a:srcRect/>
                      <a:stretch>
                        <a:fillRect/>
                      </a:stretch>
                    </p:blipFill>
                    <p:spPr bwMode="auto">
                      <a:xfrm>
                        <a:off x="1600201" y="2359211"/>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Content Placeholder 22">
            <a:extLst>
              <a:ext uri="{FF2B5EF4-FFF2-40B4-BE49-F238E27FC236}">
                <a16:creationId xmlns:a16="http://schemas.microsoft.com/office/drawing/2014/main" id="{19FCB3DE-94F9-4112-9D47-ABD9972871DF}"/>
              </a:ext>
            </a:extLst>
          </p:cNvPr>
          <p:cNvSpPr txBox="1">
            <a:spLocks/>
          </p:cNvSpPr>
          <p:nvPr/>
        </p:nvSpPr>
        <p:spPr>
          <a:xfrm>
            <a:off x="1902022" y="2427839"/>
            <a:ext cx="304604"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at</a:t>
            </a:r>
            <a:endParaRPr lang="en-US" sz="2000" dirty="0"/>
          </a:p>
        </p:txBody>
      </p:sp>
      <p:graphicFrame>
        <p:nvGraphicFramePr>
          <p:cNvPr id="23" name="Object 22" descr="I subscript 1 BaseLine.">
            <a:extLst>
              <a:ext uri="{FF2B5EF4-FFF2-40B4-BE49-F238E27FC236}">
                <a16:creationId xmlns:a16="http://schemas.microsoft.com/office/drawing/2014/main" id="{310DE41F-B291-4003-B8D9-8F7C0E3B15AE}"/>
              </a:ext>
            </a:extLst>
          </p:cNvPr>
          <p:cNvGraphicFramePr>
            <a:graphicFrameLocks noChangeAspect="1"/>
          </p:cNvGraphicFramePr>
          <p:nvPr>
            <p:extLst>
              <p:ext uri="{D42A27DB-BD31-4B8C-83A1-F6EECF244321}">
                <p14:modId xmlns:p14="http://schemas.microsoft.com/office/powerpoint/2010/main" val="335732539"/>
              </p:ext>
            </p:extLst>
          </p:nvPr>
        </p:nvGraphicFramePr>
        <p:xfrm>
          <a:off x="2263776" y="2371673"/>
          <a:ext cx="228600" cy="476250"/>
        </p:xfrm>
        <a:graphic>
          <a:graphicData uri="http://schemas.openxmlformats.org/presentationml/2006/ole">
            <mc:AlternateContent xmlns:mc="http://schemas.openxmlformats.org/markup-compatibility/2006">
              <mc:Choice xmlns:v="urn:schemas-microsoft-com:vml" Requires="v">
                <p:oleObj name="Equation" r:id="rId6" imgW="114120" imgH="228600" progId="Equation.DSMT4">
                  <p:embed/>
                </p:oleObj>
              </mc:Choice>
              <mc:Fallback>
                <p:oleObj name="Equation" r:id="rId6" imgW="114120" imgH="228600" progId="Equation.DSMT4">
                  <p:embed/>
                  <p:pic>
                    <p:nvPicPr>
                      <p:cNvPr id="23" name="Object 22" descr="I subscript 1 BaseLine.">
                        <a:extLst>
                          <a:ext uri="{FF2B5EF4-FFF2-40B4-BE49-F238E27FC236}">
                            <a16:creationId xmlns:a16="http://schemas.microsoft.com/office/drawing/2014/main" id="{310DE41F-B291-4003-B8D9-8F7C0E3B15AE}"/>
                          </a:ext>
                        </a:extLst>
                      </p:cNvPr>
                      <p:cNvPicPr>
                        <a:picLocks noChangeAspect="1" noChangeArrowheads="1"/>
                      </p:cNvPicPr>
                      <p:nvPr/>
                    </p:nvPicPr>
                    <p:blipFill>
                      <a:blip r:embed="rId7"/>
                      <a:srcRect/>
                      <a:stretch>
                        <a:fillRect/>
                      </a:stretch>
                    </p:blipFill>
                    <p:spPr bwMode="auto">
                      <a:xfrm>
                        <a:off x="2263776" y="2371673"/>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Content Placeholder 23">
            <a:extLst>
              <a:ext uri="{FF2B5EF4-FFF2-40B4-BE49-F238E27FC236}">
                <a16:creationId xmlns:a16="http://schemas.microsoft.com/office/drawing/2014/main" id="{7B8F7F3F-418B-4734-9165-3C4346004CBB}"/>
              </a:ext>
            </a:extLst>
          </p:cNvPr>
          <p:cNvSpPr txBox="1">
            <a:spLocks/>
          </p:cNvSpPr>
          <p:nvPr/>
        </p:nvSpPr>
        <p:spPr>
          <a:xfrm>
            <a:off x="2578297" y="2423076"/>
            <a:ext cx="1533328"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and increase</a:t>
            </a:r>
            <a:endParaRPr lang="en-US" sz="2000" dirty="0"/>
          </a:p>
        </p:txBody>
      </p:sp>
      <p:graphicFrame>
        <p:nvGraphicFramePr>
          <p:cNvPr id="25" name="Object 24" descr="i subscript 2 BaseLine.">
            <a:extLst>
              <a:ext uri="{FF2B5EF4-FFF2-40B4-BE49-F238E27FC236}">
                <a16:creationId xmlns:a16="http://schemas.microsoft.com/office/drawing/2014/main" id="{97BE1C92-D28E-4307-97F1-60525B690C6B}"/>
              </a:ext>
            </a:extLst>
          </p:cNvPr>
          <p:cNvGraphicFramePr>
            <a:graphicFrameLocks noChangeAspect="1"/>
          </p:cNvGraphicFramePr>
          <p:nvPr>
            <p:extLst>
              <p:ext uri="{D42A27DB-BD31-4B8C-83A1-F6EECF244321}">
                <p14:modId xmlns:p14="http://schemas.microsoft.com/office/powerpoint/2010/main" val="3576806651"/>
              </p:ext>
            </p:extLst>
          </p:nvPr>
        </p:nvGraphicFramePr>
        <p:xfrm>
          <a:off x="4133850" y="2381250"/>
          <a:ext cx="279400" cy="476250"/>
        </p:xfrm>
        <a:graphic>
          <a:graphicData uri="http://schemas.openxmlformats.org/presentationml/2006/ole">
            <mc:AlternateContent xmlns:mc="http://schemas.openxmlformats.org/markup-compatibility/2006">
              <mc:Choice xmlns:v="urn:schemas-microsoft-com:vml" Requires="v">
                <p:oleObj name="Equation" r:id="rId8" imgW="139680" imgH="228600" progId="Equation.DSMT4">
                  <p:embed/>
                </p:oleObj>
              </mc:Choice>
              <mc:Fallback>
                <p:oleObj name="Equation" r:id="rId8" imgW="139680" imgH="228600" progId="Equation.DSMT4">
                  <p:embed/>
                  <p:pic>
                    <p:nvPicPr>
                      <p:cNvPr id="25" name="Object 24" descr="i subscript 2 BaseLine.">
                        <a:extLst>
                          <a:ext uri="{FF2B5EF4-FFF2-40B4-BE49-F238E27FC236}">
                            <a16:creationId xmlns:a16="http://schemas.microsoft.com/office/drawing/2014/main" id="{97BE1C92-D28E-4307-97F1-60525B690C6B}"/>
                          </a:ext>
                        </a:extLst>
                      </p:cNvPr>
                      <p:cNvPicPr>
                        <a:picLocks noChangeAspect="1" noChangeArrowheads="1"/>
                      </p:cNvPicPr>
                      <p:nvPr/>
                    </p:nvPicPr>
                    <p:blipFill>
                      <a:blip r:embed="rId9"/>
                      <a:srcRect/>
                      <a:stretch>
                        <a:fillRect/>
                      </a:stretch>
                    </p:blipFill>
                    <p:spPr bwMode="auto">
                      <a:xfrm>
                        <a:off x="4133850" y="2381250"/>
                        <a:ext cx="279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Content Placeholder 24">
            <a:extLst>
              <a:ext uri="{FF2B5EF4-FFF2-40B4-BE49-F238E27FC236}">
                <a16:creationId xmlns:a16="http://schemas.microsoft.com/office/drawing/2014/main" id="{E646943C-855E-4A57-AFA3-40FF4582AC02}"/>
              </a:ext>
            </a:extLst>
          </p:cNvPr>
          <p:cNvSpPr txBox="1">
            <a:spLocks/>
          </p:cNvSpPr>
          <p:nvPr/>
        </p:nvSpPr>
        <p:spPr>
          <a:xfrm>
            <a:off x="4455517" y="2427468"/>
            <a:ext cx="223640"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to</a:t>
            </a:r>
            <a:endParaRPr lang="en-US" sz="2000" dirty="0"/>
          </a:p>
        </p:txBody>
      </p:sp>
      <p:graphicFrame>
        <p:nvGraphicFramePr>
          <p:cNvPr id="27" name="Object 26" descr="I subscript 2 BaseLine">
            <a:extLst>
              <a:ext uri="{FF2B5EF4-FFF2-40B4-BE49-F238E27FC236}">
                <a16:creationId xmlns:a16="http://schemas.microsoft.com/office/drawing/2014/main" id="{80A97D43-1494-486E-AA81-1644A6987BD0}"/>
              </a:ext>
            </a:extLst>
          </p:cNvPr>
          <p:cNvGraphicFramePr>
            <a:graphicFrameLocks noChangeAspect="1"/>
          </p:cNvGraphicFramePr>
          <p:nvPr>
            <p:extLst>
              <p:ext uri="{D42A27DB-BD31-4B8C-83A1-F6EECF244321}">
                <p14:modId xmlns:p14="http://schemas.microsoft.com/office/powerpoint/2010/main" val="3201642900"/>
              </p:ext>
            </p:extLst>
          </p:nvPr>
        </p:nvGraphicFramePr>
        <p:xfrm>
          <a:off x="4711700" y="2381250"/>
          <a:ext cx="355600" cy="476250"/>
        </p:xfrm>
        <a:graphic>
          <a:graphicData uri="http://schemas.openxmlformats.org/presentationml/2006/ole">
            <mc:AlternateContent xmlns:mc="http://schemas.openxmlformats.org/markup-compatibility/2006">
              <mc:Choice xmlns:v="urn:schemas-microsoft-com:vml" Requires="v">
                <p:oleObj name="Equation" r:id="rId10" imgW="177480" imgH="228600" progId="Equation.DSMT4">
                  <p:embed/>
                </p:oleObj>
              </mc:Choice>
              <mc:Fallback>
                <p:oleObj name="Equation" r:id="rId10" imgW="177480" imgH="228600" progId="Equation.DSMT4">
                  <p:embed/>
                  <p:pic>
                    <p:nvPicPr>
                      <p:cNvPr id="27" name="Object 26" descr="I subscript 2 BaseLine">
                        <a:extLst>
                          <a:ext uri="{FF2B5EF4-FFF2-40B4-BE49-F238E27FC236}">
                            <a16:creationId xmlns:a16="http://schemas.microsoft.com/office/drawing/2014/main" id="{80A97D43-1494-486E-AA81-1644A6987BD0}"/>
                          </a:ext>
                        </a:extLst>
                      </p:cNvPr>
                      <p:cNvPicPr>
                        <a:picLocks noChangeAspect="1" noChangeArrowheads="1"/>
                      </p:cNvPicPr>
                      <p:nvPr/>
                    </p:nvPicPr>
                    <p:blipFill>
                      <a:blip r:embed="rId11"/>
                      <a:srcRect/>
                      <a:stretch>
                        <a:fillRect/>
                      </a:stretch>
                    </p:blipFill>
                    <p:spPr bwMode="auto">
                      <a:xfrm>
                        <a:off x="4711700" y="2381250"/>
                        <a:ext cx="35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 name="Content Placeholder 25">
            <a:extLst>
              <a:ext uri="{FF2B5EF4-FFF2-40B4-BE49-F238E27FC236}">
                <a16:creationId xmlns:a16="http://schemas.microsoft.com/office/drawing/2014/main" id="{4B764AB0-B5AC-4157-AE6C-1CB4F0BE8B2C}"/>
              </a:ext>
            </a:extLst>
          </p:cNvPr>
          <p:cNvSpPr txBox="1">
            <a:spLocks/>
          </p:cNvSpPr>
          <p:nvPr/>
        </p:nvSpPr>
        <p:spPr>
          <a:xfrm>
            <a:off x="5083371" y="2437734"/>
            <a:ext cx="360977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during this increase, the voltage</a:t>
            </a:r>
            <a:endParaRPr lang="en-US" sz="2000" dirty="0"/>
          </a:p>
        </p:txBody>
      </p:sp>
      <p:sp>
        <p:nvSpPr>
          <p:cNvPr id="29" name="Content Placeholder 26">
            <a:extLst>
              <a:ext uri="{FF2B5EF4-FFF2-40B4-BE49-F238E27FC236}">
                <a16:creationId xmlns:a16="http://schemas.microsoft.com/office/drawing/2014/main" id="{F68F3246-0996-4FC5-A84A-4E06067EF83B}"/>
              </a:ext>
            </a:extLst>
          </p:cNvPr>
          <p:cNvSpPr txBox="1">
            <a:spLocks/>
          </p:cNvSpPr>
          <p:nvPr/>
        </p:nvSpPr>
        <p:spPr>
          <a:xfrm>
            <a:off x="423878" y="2891018"/>
            <a:ext cx="222426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induced in coil 2 by</a:t>
            </a:r>
            <a:endParaRPr lang="en-US" sz="2000" dirty="0"/>
          </a:p>
        </p:txBody>
      </p:sp>
      <p:graphicFrame>
        <p:nvGraphicFramePr>
          <p:cNvPr id="30" name="Object 29" descr="i subscript 1 BaseLine.">
            <a:extLst>
              <a:ext uri="{FF2B5EF4-FFF2-40B4-BE49-F238E27FC236}">
                <a16:creationId xmlns:a16="http://schemas.microsoft.com/office/drawing/2014/main" id="{70656111-EA07-41FA-B6D2-E3858E588B8C}"/>
              </a:ext>
            </a:extLst>
          </p:cNvPr>
          <p:cNvGraphicFramePr>
            <a:graphicFrameLocks noChangeAspect="1"/>
          </p:cNvGraphicFramePr>
          <p:nvPr>
            <p:extLst>
              <p:ext uri="{D42A27DB-BD31-4B8C-83A1-F6EECF244321}">
                <p14:modId xmlns:p14="http://schemas.microsoft.com/office/powerpoint/2010/main" val="3143338711"/>
              </p:ext>
            </p:extLst>
          </p:nvPr>
        </p:nvGraphicFramePr>
        <p:xfrm>
          <a:off x="2688538" y="2866973"/>
          <a:ext cx="228600" cy="476250"/>
        </p:xfrm>
        <a:graphic>
          <a:graphicData uri="http://schemas.openxmlformats.org/presentationml/2006/ole">
            <mc:AlternateContent xmlns:mc="http://schemas.openxmlformats.org/markup-compatibility/2006">
              <mc:Choice xmlns:v="urn:schemas-microsoft-com:vml" Requires="v">
                <p:oleObj name="Equation" r:id="rId12" imgW="114120" imgH="228600" progId="Equation.DSMT4">
                  <p:embed/>
                </p:oleObj>
              </mc:Choice>
              <mc:Fallback>
                <p:oleObj name="Equation" r:id="rId12" imgW="114120" imgH="228600" progId="Equation.DSMT4">
                  <p:embed/>
                  <p:pic>
                    <p:nvPicPr>
                      <p:cNvPr id="30" name="Object 29" descr="i subscript 1 BaseLine.">
                        <a:extLst>
                          <a:ext uri="{FF2B5EF4-FFF2-40B4-BE49-F238E27FC236}">
                            <a16:creationId xmlns:a16="http://schemas.microsoft.com/office/drawing/2014/main" id="{70656111-EA07-41FA-B6D2-E3858E588B8C}"/>
                          </a:ext>
                        </a:extLst>
                      </p:cNvPr>
                      <p:cNvPicPr>
                        <a:picLocks noChangeAspect="1" noChangeArrowheads="1"/>
                      </p:cNvPicPr>
                      <p:nvPr/>
                    </p:nvPicPr>
                    <p:blipFill>
                      <a:blip r:embed="rId13"/>
                      <a:srcRect/>
                      <a:stretch>
                        <a:fillRect/>
                      </a:stretch>
                    </p:blipFill>
                    <p:spPr bwMode="auto">
                      <a:xfrm>
                        <a:off x="2688538" y="2866973"/>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Content Placeholder 27">
            <a:extLst>
              <a:ext uri="{FF2B5EF4-FFF2-40B4-BE49-F238E27FC236}">
                <a16:creationId xmlns:a16="http://schemas.microsoft.com/office/drawing/2014/main" id="{F9F02AEC-06AC-412F-B126-28CA37DA52A4}"/>
              </a:ext>
            </a:extLst>
          </p:cNvPr>
          <p:cNvSpPr txBox="1">
            <a:spLocks/>
          </p:cNvSpPr>
          <p:nvPr/>
        </p:nvSpPr>
        <p:spPr>
          <a:xfrm>
            <a:off x="3033728" y="2910068"/>
            <a:ext cx="1852793"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is zero because</a:t>
            </a:r>
            <a:endParaRPr lang="en-US" sz="2000" dirty="0"/>
          </a:p>
        </p:txBody>
      </p:sp>
      <p:graphicFrame>
        <p:nvGraphicFramePr>
          <p:cNvPr id="32" name="Object 31" descr="i subscript 1 BaseLine.">
            <a:extLst>
              <a:ext uri="{FF2B5EF4-FFF2-40B4-BE49-F238E27FC236}">
                <a16:creationId xmlns:a16="http://schemas.microsoft.com/office/drawing/2014/main" id="{5AFDB914-0144-418E-9A5B-CE14B545ADBC}"/>
              </a:ext>
            </a:extLst>
          </p:cNvPr>
          <p:cNvGraphicFramePr>
            <a:graphicFrameLocks noChangeAspect="1"/>
          </p:cNvGraphicFramePr>
          <p:nvPr>
            <p:extLst>
              <p:ext uri="{D42A27DB-BD31-4B8C-83A1-F6EECF244321}">
                <p14:modId xmlns:p14="http://schemas.microsoft.com/office/powerpoint/2010/main" val="3753645695"/>
              </p:ext>
            </p:extLst>
          </p:nvPr>
        </p:nvGraphicFramePr>
        <p:xfrm>
          <a:off x="4962721" y="2847923"/>
          <a:ext cx="228600" cy="476250"/>
        </p:xfrm>
        <a:graphic>
          <a:graphicData uri="http://schemas.openxmlformats.org/presentationml/2006/ole">
            <mc:AlternateContent xmlns:mc="http://schemas.openxmlformats.org/markup-compatibility/2006">
              <mc:Choice xmlns:v="urn:schemas-microsoft-com:vml" Requires="v">
                <p:oleObj name="Equation" r:id="rId12" imgW="114120" imgH="228600" progId="Equation.DSMT4">
                  <p:embed/>
                </p:oleObj>
              </mc:Choice>
              <mc:Fallback>
                <p:oleObj name="Equation" r:id="rId12" imgW="114120" imgH="228600" progId="Equation.DSMT4">
                  <p:embed/>
                  <p:pic>
                    <p:nvPicPr>
                      <p:cNvPr id="32" name="Object 31" descr="i subscript 1 BaseLine.">
                        <a:extLst>
                          <a:ext uri="{FF2B5EF4-FFF2-40B4-BE49-F238E27FC236}">
                            <a16:creationId xmlns:a16="http://schemas.microsoft.com/office/drawing/2014/main" id="{5AFDB914-0144-418E-9A5B-CE14B545ADBC}"/>
                          </a:ext>
                        </a:extLst>
                      </p:cNvPr>
                      <p:cNvPicPr>
                        <a:picLocks noChangeAspect="1" noChangeArrowheads="1"/>
                      </p:cNvPicPr>
                      <p:nvPr/>
                    </p:nvPicPr>
                    <p:blipFill>
                      <a:blip r:embed="rId13"/>
                      <a:srcRect/>
                      <a:stretch>
                        <a:fillRect/>
                      </a:stretch>
                    </p:blipFill>
                    <p:spPr bwMode="auto">
                      <a:xfrm>
                        <a:off x="4962721" y="2847923"/>
                        <a:ext cx="22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Content Placeholder 30">
            <a:extLst>
              <a:ext uri="{FF2B5EF4-FFF2-40B4-BE49-F238E27FC236}">
                <a16:creationId xmlns:a16="http://schemas.microsoft.com/office/drawing/2014/main" id="{CE8F3A06-3373-4D37-B8FB-CB53DC3C6B6A}"/>
              </a:ext>
            </a:extLst>
          </p:cNvPr>
          <p:cNvSpPr txBox="1">
            <a:spLocks/>
          </p:cNvSpPr>
          <p:nvPr/>
        </p:nvSpPr>
        <p:spPr>
          <a:xfrm>
            <a:off x="5329253" y="2929118"/>
            <a:ext cx="2786047"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is constant. The voltage</a:t>
            </a:r>
            <a:endParaRPr lang="en-US" sz="2000" dirty="0"/>
          </a:p>
        </p:txBody>
      </p:sp>
      <p:sp>
        <p:nvSpPr>
          <p:cNvPr id="34" name="Content Placeholder 31">
            <a:extLst>
              <a:ext uri="{FF2B5EF4-FFF2-40B4-BE49-F238E27FC236}">
                <a16:creationId xmlns:a16="http://schemas.microsoft.com/office/drawing/2014/main" id="{286BD636-AAAA-4097-852F-3B8A1F90DC17}"/>
              </a:ext>
            </a:extLst>
          </p:cNvPr>
          <p:cNvSpPr txBox="1">
            <a:spLocks/>
          </p:cNvSpPr>
          <p:nvPr/>
        </p:nvSpPr>
        <p:spPr>
          <a:xfrm>
            <a:off x="423878" y="3348218"/>
            <a:ext cx="2224269"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induced in coil 1 by</a:t>
            </a:r>
            <a:endParaRPr lang="en-US" sz="2000" dirty="0"/>
          </a:p>
        </p:txBody>
      </p:sp>
      <p:graphicFrame>
        <p:nvGraphicFramePr>
          <p:cNvPr id="35" name="Object 34" descr="i subscript 2 BaseLine.">
            <a:extLst>
              <a:ext uri="{FF2B5EF4-FFF2-40B4-BE49-F238E27FC236}">
                <a16:creationId xmlns:a16="http://schemas.microsoft.com/office/drawing/2014/main" id="{3EE5199E-056A-4963-8563-CCD99C3E4AAA}"/>
              </a:ext>
            </a:extLst>
          </p:cNvPr>
          <p:cNvGraphicFramePr>
            <a:graphicFrameLocks noChangeAspect="1"/>
          </p:cNvGraphicFramePr>
          <p:nvPr>
            <p:extLst>
              <p:ext uri="{D42A27DB-BD31-4B8C-83A1-F6EECF244321}">
                <p14:modId xmlns:p14="http://schemas.microsoft.com/office/powerpoint/2010/main" val="4049629113"/>
              </p:ext>
            </p:extLst>
          </p:nvPr>
        </p:nvGraphicFramePr>
        <p:xfrm>
          <a:off x="2706688" y="3333750"/>
          <a:ext cx="279400" cy="476250"/>
        </p:xfrm>
        <a:graphic>
          <a:graphicData uri="http://schemas.openxmlformats.org/presentationml/2006/ole">
            <mc:AlternateContent xmlns:mc="http://schemas.openxmlformats.org/markup-compatibility/2006">
              <mc:Choice xmlns:v="urn:schemas-microsoft-com:vml" Requires="v">
                <p:oleObj name="Equation" r:id="rId14" imgW="139680" imgH="228600" progId="Equation.DSMT4">
                  <p:embed/>
                </p:oleObj>
              </mc:Choice>
              <mc:Fallback>
                <p:oleObj name="Equation" r:id="rId14" imgW="139680" imgH="228600" progId="Equation.DSMT4">
                  <p:embed/>
                  <p:pic>
                    <p:nvPicPr>
                      <p:cNvPr id="35" name="Object 34" descr="i subscript 2 BaseLine.">
                        <a:extLst>
                          <a:ext uri="{FF2B5EF4-FFF2-40B4-BE49-F238E27FC236}">
                            <a16:creationId xmlns:a16="http://schemas.microsoft.com/office/drawing/2014/main" id="{3EE5199E-056A-4963-8563-CCD99C3E4AAA}"/>
                          </a:ext>
                        </a:extLst>
                      </p:cNvPr>
                      <p:cNvPicPr>
                        <a:picLocks noChangeAspect="1" noChangeArrowheads="1"/>
                      </p:cNvPicPr>
                      <p:nvPr/>
                    </p:nvPicPr>
                    <p:blipFill>
                      <a:blip r:embed="rId15"/>
                      <a:srcRect/>
                      <a:stretch>
                        <a:fillRect/>
                      </a:stretch>
                    </p:blipFill>
                    <p:spPr bwMode="auto">
                      <a:xfrm>
                        <a:off x="2706688" y="3333750"/>
                        <a:ext cx="279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Content Placeholder 32">
            <a:extLst>
              <a:ext uri="{FF2B5EF4-FFF2-40B4-BE49-F238E27FC236}">
                <a16:creationId xmlns:a16="http://schemas.microsoft.com/office/drawing/2014/main" id="{A75CCE02-3013-46B5-B099-DD3B5E4C0FAC}"/>
              </a:ext>
            </a:extLst>
          </p:cNvPr>
          <p:cNvSpPr txBox="1">
            <a:spLocks/>
          </p:cNvSpPr>
          <p:nvPr/>
        </p:nvSpPr>
        <p:spPr>
          <a:xfrm>
            <a:off x="3062303" y="3368856"/>
            <a:ext cx="233347"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is</a:t>
            </a:r>
            <a:endParaRPr lang="en-US" sz="2000" dirty="0"/>
          </a:p>
        </p:txBody>
      </p:sp>
      <p:graphicFrame>
        <p:nvGraphicFramePr>
          <p:cNvPr id="37" name="Object 36" descr="M di subscript 2 BaseLine divided by d t,">
            <a:extLst>
              <a:ext uri="{FF2B5EF4-FFF2-40B4-BE49-F238E27FC236}">
                <a16:creationId xmlns:a16="http://schemas.microsoft.com/office/drawing/2014/main" id="{A49F754A-7416-4ACA-B8AB-38216CCF9FD7}"/>
              </a:ext>
            </a:extLst>
          </p:cNvPr>
          <p:cNvGraphicFramePr>
            <a:graphicFrameLocks noChangeAspect="1"/>
          </p:cNvGraphicFramePr>
          <p:nvPr>
            <p:extLst>
              <p:ext uri="{D42A27DB-BD31-4B8C-83A1-F6EECF244321}">
                <p14:modId xmlns:p14="http://schemas.microsoft.com/office/powerpoint/2010/main" val="3572166944"/>
              </p:ext>
            </p:extLst>
          </p:nvPr>
        </p:nvGraphicFramePr>
        <p:xfrm>
          <a:off x="3386138" y="3381375"/>
          <a:ext cx="1116012" cy="419100"/>
        </p:xfrm>
        <a:graphic>
          <a:graphicData uri="http://schemas.openxmlformats.org/presentationml/2006/ole">
            <mc:AlternateContent xmlns:mc="http://schemas.openxmlformats.org/markup-compatibility/2006">
              <mc:Choice xmlns:v="urn:schemas-microsoft-com:vml" Requires="v">
                <p:oleObj name="Equation" r:id="rId16" imgW="634680" imgH="228600" progId="Equation.DSMT4">
                  <p:embed/>
                </p:oleObj>
              </mc:Choice>
              <mc:Fallback>
                <p:oleObj name="Equation" r:id="rId16" imgW="634680" imgH="228600" progId="Equation.DSMT4">
                  <p:embed/>
                  <p:pic>
                    <p:nvPicPr>
                      <p:cNvPr id="37" name="Object 36" descr="M di subscript 2 BaseLine divided by d t,">
                        <a:extLst>
                          <a:ext uri="{FF2B5EF4-FFF2-40B4-BE49-F238E27FC236}">
                            <a16:creationId xmlns:a16="http://schemas.microsoft.com/office/drawing/2014/main" id="{A49F754A-7416-4ACA-B8AB-38216CCF9FD7}"/>
                          </a:ext>
                        </a:extLst>
                      </p:cNvPr>
                      <p:cNvPicPr>
                        <a:picLocks noChangeAspect="1" noChangeArrowheads="1"/>
                      </p:cNvPicPr>
                      <p:nvPr/>
                    </p:nvPicPr>
                    <p:blipFill>
                      <a:blip r:embed="rId17"/>
                      <a:srcRect/>
                      <a:stretch>
                        <a:fillRect/>
                      </a:stretch>
                    </p:blipFill>
                    <p:spPr bwMode="auto">
                      <a:xfrm>
                        <a:off x="3386138" y="3381375"/>
                        <a:ext cx="111601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Content Placeholder 34">
            <a:extLst>
              <a:ext uri="{FF2B5EF4-FFF2-40B4-BE49-F238E27FC236}">
                <a16:creationId xmlns:a16="http://schemas.microsoft.com/office/drawing/2014/main" id="{9004C65A-1976-468D-8D69-E4547DCCFB86}"/>
              </a:ext>
            </a:extLst>
          </p:cNvPr>
          <p:cNvSpPr txBox="1">
            <a:spLocks/>
          </p:cNvSpPr>
          <p:nvPr/>
        </p:nvSpPr>
        <p:spPr>
          <a:xfrm>
            <a:off x="4624241" y="3379968"/>
            <a:ext cx="3898900"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so the power in the two coils is</a:t>
            </a:r>
            <a:endParaRPr lang="en-US" sz="2000" dirty="0"/>
          </a:p>
        </p:txBody>
      </p:sp>
      <p:graphicFrame>
        <p:nvGraphicFramePr>
          <p:cNvPr id="39" name="Object 38" descr="p equals uppercase I subscript 1 BaseLine uppercase M Start Fraction d lowercase i subscript 2 BaseLine over d t End Fraction plus lowercase i subscript 2 BaseLine v subscript 2 BaseLine.">
            <a:extLst>
              <a:ext uri="{FF2B5EF4-FFF2-40B4-BE49-F238E27FC236}">
                <a16:creationId xmlns:a16="http://schemas.microsoft.com/office/drawing/2014/main" id="{8059C863-D314-41BE-8A4D-BE759E74BB6D}"/>
              </a:ext>
            </a:extLst>
          </p:cNvPr>
          <p:cNvGraphicFramePr>
            <a:graphicFrameLocks noChangeAspect="1"/>
          </p:cNvGraphicFramePr>
          <p:nvPr>
            <p:extLst>
              <p:ext uri="{D42A27DB-BD31-4B8C-83A1-F6EECF244321}">
                <p14:modId xmlns:p14="http://schemas.microsoft.com/office/powerpoint/2010/main" val="2695645122"/>
              </p:ext>
            </p:extLst>
          </p:nvPr>
        </p:nvGraphicFramePr>
        <p:xfrm>
          <a:off x="3625850" y="3898900"/>
          <a:ext cx="1897063" cy="677863"/>
        </p:xfrm>
        <a:graphic>
          <a:graphicData uri="http://schemas.openxmlformats.org/presentationml/2006/ole">
            <mc:AlternateContent xmlns:mc="http://schemas.openxmlformats.org/markup-compatibility/2006">
              <mc:Choice xmlns:v="urn:schemas-microsoft-com:vml" Requires="v">
                <p:oleObj name="Equation" r:id="rId18" imgW="1155600" imgH="406080" progId="Equation.DSMT4">
                  <p:embed/>
                </p:oleObj>
              </mc:Choice>
              <mc:Fallback>
                <p:oleObj name="Equation" r:id="rId18" imgW="1155600" imgH="406080" progId="Equation.DSMT4">
                  <p:embed/>
                  <p:pic>
                    <p:nvPicPr>
                      <p:cNvPr id="39" name="Object 38" descr="p equals uppercase I subscript 1 BaseLine uppercase M Start Fraction d lowercase i subscript 2 BaseLine over d t End Fraction plus lowercase i subscript 2 BaseLine v subscript 2 BaseLine.">
                        <a:extLst>
                          <a:ext uri="{FF2B5EF4-FFF2-40B4-BE49-F238E27FC236}">
                            <a16:creationId xmlns:a16="http://schemas.microsoft.com/office/drawing/2014/main" id="{8059C863-D314-41BE-8A4D-BE759E74BB6D}"/>
                          </a:ext>
                        </a:extLst>
                      </p:cNvPr>
                      <p:cNvPicPr>
                        <a:picLocks noChangeAspect="1" noChangeArrowheads="1"/>
                      </p:cNvPicPr>
                      <p:nvPr/>
                    </p:nvPicPr>
                    <p:blipFill>
                      <a:blip r:embed="rId19"/>
                      <a:srcRect/>
                      <a:stretch>
                        <a:fillRect/>
                      </a:stretch>
                    </p:blipFill>
                    <p:spPr bwMode="auto">
                      <a:xfrm>
                        <a:off x="3625850" y="3898900"/>
                        <a:ext cx="1897063"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Content Placeholder 35">
            <a:extLst>
              <a:ext uri="{FF2B5EF4-FFF2-40B4-BE49-F238E27FC236}">
                <a16:creationId xmlns:a16="http://schemas.microsoft.com/office/drawing/2014/main" id="{0131F605-7DCE-4492-B781-3071ED911E15}"/>
              </a:ext>
            </a:extLst>
          </p:cNvPr>
          <p:cNvSpPr txBox="1">
            <a:spLocks/>
          </p:cNvSpPr>
          <p:nvPr/>
        </p:nvSpPr>
        <p:spPr>
          <a:xfrm>
            <a:off x="428626" y="4784297"/>
            <a:ext cx="2533650"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The total energy when</a:t>
            </a:r>
            <a:endParaRPr lang="en-US" sz="2000" dirty="0"/>
          </a:p>
        </p:txBody>
      </p:sp>
      <p:graphicFrame>
        <p:nvGraphicFramePr>
          <p:cNvPr id="41" name="Object 40" descr="i subscript 2 BaseLine.">
            <a:extLst>
              <a:ext uri="{FF2B5EF4-FFF2-40B4-BE49-F238E27FC236}">
                <a16:creationId xmlns:a16="http://schemas.microsoft.com/office/drawing/2014/main" id="{06088CDC-2DE5-45EE-9FA9-E125CF743AF2}"/>
              </a:ext>
            </a:extLst>
          </p:cNvPr>
          <p:cNvGraphicFramePr>
            <a:graphicFrameLocks noChangeAspect="1"/>
          </p:cNvGraphicFramePr>
          <p:nvPr>
            <p:extLst>
              <p:ext uri="{D42A27DB-BD31-4B8C-83A1-F6EECF244321}">
                <p14:modId xmlns:p14="http://schemas.microsoft.com/office/powerpoint/2010/main" val="1865529084"/>
              </p:ext>
            </p:extLst>
          </p:nvPr>
        </p:nvGraphicFramePr>
        <p:xfrm>
          <a:off x="3059407" y="4730750"/>
          <a:ext cx="279400" cy="476250"/>
        </p:xfrm>
        <a:graphic>
          <a:graphicData uri="http://schemas.openxmlformats.org/presentationml/2006/ole">
            <mc:AlternateContent xmlns:mc="http://schemas.openxmlformats.org/markup-compatibility/2006">
              <mc:Choice xmlns:v="urn:schemas-microsoft-com:vml" Requires="v">
                <p:oleObj name="Equation" r:id="rId8" imgW="139680" imgH="228600" progId="Equation.DSMT4">
                  <p:embed/>
                </p:oleObj>
              </mc:Choice>
              <mc:Fallback>
                <p:oleObj name="Equation" r:id="rId8" imgW="139680" imgH="228600" progId="Equation.DSMT4">
                  <p:embed/>
                  <p:pic>
                    <p:nvPicPr>
                      <p:cNvPr id="41" name="Object 40" descr="i subscript 2 BaseLine.">
                        <a:extLst>
                          <a:ext uri="{FF2B5EF4-FFF2-40B4-BE49-F238E27FC236}">
                            <a16:creationId xmlns:a16="http://schemas.microsoft.com/office/drawing/2014/main" id="{06088CDC-2DE5-45EE-9FA9-E125CF743AF2}"/>
                          </a:ext>
                        </a:extLst>
                      </p:cNvPr>
                      <p:cNvPicPr>
                        <a:picLocks noChangeAspect="1" noChangeArrowheads="1"/>
                      </p:cNvPicPr>
                      <p:nvPr/>
                    </p:nvPicPr>
                    <p:blipFill>
                      <a:blip r:embed="rId9"/>
                      <a:srcRect/>
                      <a:stretch>
                        <a:fillRect/>
                      </a:stretch>
                    </p:blipFill>
                    <p:spPr bwMode="auto">
                      <a:xfrm>
                        <a:off x="3059407" y="4730750"/>
                        <a:ext cx="279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2" name="Content Placeholder 36">
            <a:extLst>
              <a:ext uri="{FF2B5EF4-FFF2-40B4-BE49-F238E27FC236}">
                <a16:creationId xmlns:a16="http://schemas.microsoft.com/office/drawing/2014/main" id="{D9D45115-227A-4C51-B2BB-3433A03618A3}"/>
              </a:ext>
            </a:extLst>
          </p:cNvPr>
          <p:cNvSpPr txBox="1">
            <a:spLocks/>
          </p:cNvSpPr>
          <p:nvPr/>
        </p:nvSpPr>
        <p:spPr>
          <a:xfrm>
            <a:off x="3409951" y="4797606"/>
            <a:ext cx="1000124"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b="1"/>
              <a:t>reaches</a:t>
            </a:r>
            <a:endParaRPr lang="en-US" sz="2000" dirty="0"/>
          </a:p>
        </p:txBody>
      </p:sp>
      <p:graphicFrame>
        <p:nvGraphicFramePr>
          <p:cNvPr id="43" name="Object 42" descr="I subscript 2 BaseLine">
            <a:extLst>
              <a:ext uri="{FF2B5EF4-FFF2-40B4-BE49-F238E27FC236}">
                <a16:creationId xmlns:a16="http://schemas.microsoft.com/office/drawing/2014/main" id="{817D0218-5D42-4D4F-9D90-CC16445B252B}"/>
              </a:ext>
            </a:extLst>
          </p:cNvPr>
          <p:cNvGraphicFramePr>
            <a:graphicFrameLocks noChangeAspect="1"/>
          </p:cNvGraphicFramePr>
          <p:nvPr>
            <p:extLst>
              <p:ext uri="{D42A27DB-BD31-4B8C-83A1-F6EECF244321}">
                <p14:modId xmlns:p14="http://schemas.microsoft.com/office/powerpoint/2010/main" val="1575686822"/>
              </p:ext>
            </p:extLst>
          </p:nvPr>
        </p:nvGraphicFramePr>
        <p:xfrm>
          <a:off x="4460875" y="4743450"/>
          <a:ext cx="279400" cy="476250"/>
        </p:xfrm>
        <a:graphic>
          <a:graphicData uri="http://schemas.openxmlformats.org/presentationml/2006/ole">
            <mc:AlternateContent xmlns:mc="http://schemas.openxmlformats.org/markup-compatibility/2006">
              <mc:Choice xmlns:v="urn:schemas-microsoft-com:vml" Requires="v">
                <p:oleObj name="Equation" r:id="rId20" imgW="139680" imgH="228600" progId="Equation.DSMT4">
                  <p:embed/>
                </p:oleObj>
              </mc:Choice>
              <mc:Fallback>
                <p:oleObj name="Equation" r:id="rId20" imgW="139680" imgH="228600" progId="Equation.DSMT4">
                  <p:embed/>
                  <p:pic>
                    <p:nvPicPr>
                      <p:cNvPr id="43" name="Object 42" descr="I subscript 2 BaseLine">
                        <a:extLst>
                          <a:ext uri="{FF2B5EF4-FFF2-40B4-BE49-F238E27FC236}">
                            <a16:creationId xmlns:a16="http://schemas.microsoft.com/office/drawing/2014/main" id="{817D0218-5D42-4D4F-9D90-CC16445B252B}"/>
                          </a:ext>
                        </a:extLst>
                      </p:cNvPr>
                      <p:cNvPicPr>
                        <a:picLocks noChangeAspect="1" noChangeArrowheads="1"/>
                      </p:cNvPicPr>
                      <p:nvPr/>
                    </p:nvPicPr>
                    <p:blipFill>
                      <a:blip r:embed="rId21"/>
                      <a:srcRect/>
                      <a:stretch>
                        <a:fillRect/>
                      </a:stretch>
                    </p:blipFill>
                    <p:spPr bwMode="auto">
                      <a:xfrm>
                        <a:off x="4460875" y="4743450"/>
                        <a:ext cx="279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 name="Content Placeholder 37">
            <a:extLst>
              <a:ext uri="{FF2B5EF4-FFF2-40B4-BE49-F238E27FC236}">
                <a16:creationId xmlns:a16="http://schemas.microsoft.com/office/drawing/2014/main" id="{463B8C74-FE26-443F-98F7-333B3B358983}"/>
              </a:ext>
            </a:extLst>
          </p:cNvPr>
          <p:cNvSpPr txBox="1">
            <a:spLocks/>
          </p:cNvSpPr>
          <p:nvPr/>
        </p:nvSpPr>
        <p:spPr>
          <a:xfrm>
            <a:off x="4800601" y="4777947"/>
            <a:ext cx="238124"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000"/>
              <a:t>is</a:t>
            </a:r>
            <a:endParaRPr lang="en-US" sz="2000" dirty="0"/>
          </a:p>
        </p:txBody>
      </p:sp>
      <p:graphicFrame>
        <p:nvGraphicFramePr>
          <p:cNvPr id="45" name="Object 44" descr="The figure illustrates the solving of integral dw within W subscript 1 and w.&#10;Long description is available in notes, press F6.">
            <a:extLst>
              <a:ext uri="{FF2B5EF4-FFF2-40B4-BE49-F238E27FC236}">
                <a16:creationId xmlns:a16="http://schemas.microsoft.com/office/drawing/2014/main" id="{5D642523-6AAE-4C44-BCC5-17310656D245}"/>
              </a:ext>
            </a:extLst>
          </p:cNvPr>
          <p:cNvGraphicFramePr>
            <a:graphicFrameLocks noChangeAspect="1"/>
          </p:cNvGraphicFramePr>
          <p:nvPr>
            <p:extLst>
              <p:ext uri="{D42A27DB-BD31-4B8C-83A1-F6EECF244321}">
                <p14:modId xmlns:p14="http://schemas.microsoft.com/office/powerpoint/2010/main" val="2201513089"/>
              </p:ext>
            </p:extLst>
          </p:nvPr>
        </p:nvGraphicFramePr>
        <p:xfrm>
          <a:off x="1603375" y="5427663"/>
          <a:ext cx="5949950" cy="814387"/>
        </p:xfrm>
        <a:graphic>
          <a:graphicData uri="http://schemas.openxmlformats.org/presentationml/2006/ole">
            <mc:AlternateContent xmlns:mc="http://schemas.openxmlformats.org/markup-compatibility/2006">
              <mc:Choice xmlns:v="urn:schemas-microsoft-com:vml" Requires="v">
                <p:oleObj name="Equation" r:id="rId22" imgW="3771720" imgH="507960" progId="Equation.DSMT4">
                  <p:embed/>
                </p:oleObj>
              </mc:Choice>
              <mc:Fallback>
                <p:oleObj name="Equation" r:id="rId22" imgW="3771720" imgH="507960" progId="Equation.DSMT4">
                  <p:embed/>
                  <p:pic>
                    <p:nvPicPr>
                      <p:cNvPr id="45" name="Object 44" descr="The figure illustrates the solving of integral dw within W subscript 1 and w.&#10;Long description is available in notes, press F6.">
                        <a:extLst>
                          <a:ext uri="{FF2B5EF4-FFF2-40B4-BE49-F238E27FC236}">
                            <a16:creationId xmlns:a16="http://schemas.microsoft.com/office/drawing/2014/main" id="{5D642523-6AAE-4C44-BCC5-17310656D245}"/>
                          </a:ext>
                        </a:extLst>
                      </p:cNvPr>
                      <p:cNvPicPr>
                        <a:picLocks noChangeAspect="1" noChangeArrowheads="1"/>
                      </p:cNvPicPr>
                      <p:nvPr/>
                    </p:nvPicPr>
                    <p:blipFill>
                      <a:blip r:embed="rId23"/>
                      <a:srcRect/>
                      <a:stretch>
                        <a:fillRect/>
                      </a:stretch>
                    </p:blipFill>
                    <p:spPr bwMode="auto">
                      <a:xfrm>
                        <a:off x="1603375" y="5427663"/>
                        <a:ext cx="5949950"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58954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362200" y="11686"/>
            <a:ext cx="6477000" cy="626384"/>
          </a:xfrm>
        </p:spPr>
        <p:txBody>
          <a:bodyPr/>
          <a:lstStyle/>
          <a:p>
            <a:r>
              <a:rPr lang="en-US" altLang="en-US" sz="2800" dirty="0"/>
              <a:t>Total Energy Stored in Coupled Coils</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9" name="Picture 8" descr="Circuit on the left shows an inductor L subscript 1 with input voltage V subscript 1 and input current i subscript 1. Circuit on the right shows an inductor L subscript 2 with input voltage V subscript 2 and input current i subscript 2. Mutual inductance between the two inductors is represented as M. A dot is marked near the top right corner of the left circuit, while another dot is marked near the bottom left corner of the right circuit.">
            <a:extLst>
              <a:ext uri="{FF2B5EF4-FFF2-40B4-BE49-F238E27FC236}">
                <a16:creationId xmlns:a16="http://schemas.microsoft.com/office/drawing/2014/main" id="{460AEE3C-1F86-4089-B5A0-DA7608D57CC6}"/>
              </a:ext>
            </a:extLst>
          </p:cNvPr>
          <p:cNvPicPr>
            <a:picLocks noChangeAspect="1"/>
          </p:cNvPicPr>
          <p:nvPr/>
        </p:nvPicPr>
        <p:blipFill>
          <a:blip r:embed="rId3"/>
          <a:srcRect/>
          <a:stretch/>
        </p:blipFill>
        <p:spPr>
          <a:xfrm>
            <a:off x="1970451" y="1266505"/>
            <a:ext cx="4604974" cy="2085103"/>
          </a:xfrm>
          <a:prstGeom prst="rect">
            <a:avLst/>
          </a:prstGeom>
        </p:spPr>
      </p:pic>
      <p:sp>
        <p:nvSpPr>
          <p:cNvPr id="46" name="Content Placeholder 4">
            <a:extLst>
              <a:ext uri="{FF2B5EF4-FFF2-40B4-BE49-F238E27FC236}">
                <a16:creationId xmlns:a16="http://schemas.microsoft.com/office/drawing/2014/main" id="{68D40A13-F4B3-4C12-BE36-A02DFAD64E5E}"/>
              </a:ext>
            </a:extLst>
          </p:cNvPr>
          <p:cNvSpPr txBox="1">
            <a:spLocks/>
          </p:cNvSpPr>
          <p:nvPr/>
        </p:nvSpPr>
        <p:spPr>
          <a:xfrm>
            <a:off x="428625" y="3506392"/>
            <a:ext cx="8212138" cy="1513679"/>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400"/>
              <a:t>Note that in this example, both currents enter the dotted terminals. If one current enters a dotted terminal and the other current leaves, the algebraic sign of the term involving M reverses. Therefore, in general,</a:t>
            </a:r>
            <a:endParaRPr lang="en-US" sz="2400" dirty="0"/>
          </a:p>
        </p:txBody>
      </p:sp>
      <p:graphicFrame>
        <p:nvGraphicFramePr>
          <p:cNvPr id="47" name="Object 46" descr="The figure illustrates an expression for w (t).&#10;Long description is available in notes, press F6.">
            <a:extLst>
              <a:ext uri="{FF2B5EF4-FFF2-40B4-BE49-F238E27FC236}">
                <a16:creationId xmlns:a16="http://schemas.microsoft.com/office/drawing/2014/main" id="{1D6E7378-BD37-421D-922E-07BA09F1E1E6}"/>
              </a:ext>
            </a:extLst>
          </p:cNvPr>
          <p:cNvGraphicFramePr>
            <a:graphicFrameLocks noChangeAspect="1"/>
          </p:cNvGraphicFramePr>
          <p:nvPr>
            <p:extLst>
              <p:ext uri="{D42A27DB-BD31-4B8C-83A1-F6EECF244321}">
                <p14:modId xmlns:p14="http://schemas.microsoft.com/office/powerpoint/2010/main" val="206027990"/>
              </p:ext>
            </p:extLst>
          </p:nvPr>
        </p:nvGraphicFramePr>
        <p:xfrm>
          <a:off x="1322614" y="5174855"/>
          <a:ext cx="5916386" cy="951685"/>
        </p:xfrm>
        <a:graphic>
          <a:graphicData uri="http://schemas.openxmlformats.org/presentationml/2006/ole">
            <mc:AlternateContent xmlns:mc="http://schemas.openxmlformats.org/markup-compatibility/2006">
              <mc:Choice xmlns:v="urn:schemas-microsoft-com:vml" Requires="v">
                <p:oleObj name="Equation" r:id="rId4" imgW="2489040" imgH="393480" progId="Equation.DSMT4">
                  <p:embed/>
                </p:oleObj>
              </mc:Choice>
              <mc:Fallback>
                <p:oleObj name="Equation" r:id="rId4" imgW="2489040" imgH="393480" progId="Equation.DSMT4">
                  <p:embed/>
                  <p:pic>
                    <p:nvPicPr>
                      <p:cNvPr id="47" name="Object 46" descr="The figure illustrates an expression for w (t).&#10;Long description is available in notes, press F6.">
                        <a:extLst>
                          <a:ext uri="{FF2B5EF4-FFF2-40B4-BE49-F238E27FC236}">
                            <a16:creationId xmlns:a16="http://schemas.microsoft.com/office/drawing/2014/main" id="{1D6E7378-BD37-421D-922E-07BA09F1E1E6}"/>
                          </a:ext>
                        </a:extLst>
                      </p:cNvPr>
                      <p:cNvPicPr>
                        <a:picLocks noChangeAspect="1" noChangeArrowheads="1"/>
                      </p:cNvPicPr>
                      <p:nvPr/>
                    </p:nvPicPr>
                    <p:blipFill>
                      <a:blip r:embed="rId5"/>
                      <a:srcRect/>
                      <a:stretch>
                        <a:fillRect/>
                      </a:stretch>
                    </p:blipFill>
                    <p:spPr bwMode="auto">
                      <a:xfrm>
                        <a:off x="1322614" y="5174855"/>
                        <a:ext cx="5916386" cy="95168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883187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6629400" y="5334000"/>
            <a:ext cx="1371600" cy="1524000"/>
          </a:xfrm>
          <a:prstGeom prst="rect">
            <a:avLst/>
          </a:prstGeom>
          <a:solidFill>
            <a:schemeClr val="accent1"/>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34819" name="Rectangle 3"/>
          <p:cNvSpPr>
            <a:spLocks noGrp="1" noChangeArrowheads="1"/>
          </p:cNvSpPr>
          <p:nvPr>
            <p:ph type="title"/>
          </p:nvPr>
        </p:nvSpPr>
        <p:spPr>
          <a:xfrm>
            <a:off x="1371600" y="152400"/>
            <a:ext cx="7772400" cy="685800"/>
          </a:xfrm>
        </p:spPr>
        <p:txBody>
          <a:bodyPr/>
          <a:lstStyle/>
          <a:p>
            <a:pPr eaLnBrk="1" hangingPunct="1"/>
            <a:r>
              <a:rPr lang="en-US" altLang="en-US" sz="3600" dirty="0"/>
              <a:t>So what is the point of all this?</a:t>
            </a:r>
          </a:p>
        </p:txBody>
      </p:sp>
      <p:sp>
        <p:nvSpPr>
          <p:cNvPr id="34820" name="Rectangle 4"/>
          <p:cNvSpPr>
            <a:spLocks noGrp="1" noChangeArrowheads="1"/>
          </p:cNvSpPr>
          <p:nvPr>
            <p:ph type="body" idx="1"/>
          </p:nvPr>
        </p:nvSpPr>
        <p:spPr>
          <a:xfrm>
            <a:off x="381000" y="2743200"/>
            <a:ext cx="7924800" cy="3581400"/>
          </a:xfrm>
        </p:spPr>
        <p:txBody>
          <a:bodyPr/>
          <a:lstStyle/>
          <a:p>
            <a:pPr eaLnBrk="1" hangingPunct="1">
              <a:lnSpc>
                <a:spcPct val="90000"/>
              </a:lnSpc>
            </a:pPr>
            <a:r>
              <a:rPr lang="en-US" altLang="en-US" sz="2400" dirty="0"/>
              <a:t>This is a good question.  The magnetic fields, which give us the behavior that we model with inductors, can also have effects on other parts of a circuit.  These effects can be significant, and they can also be useful.  In this lecture set, we have described how the effects can be modeled and understood.  In the next set, we will make use of these concepts in transformers.    </a:t>
            </a:r>
          </a:p>
        </p:txBody>
      </p:sp>
      <p:pic>
        <p:nvPicPr>
          <p:cNvPr id="34821" name="Picture 5" descr="E:\Program Files\Microsoft Office\Clipart\homeanim\ag00007_.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5429250"/>
            <a:ext cx="123507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Fireball">
  <a:themeElements>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fontScheme name="Firebal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clrMap bg1="dk2" tx1="lt1" bg2="dk1" tx2="lt2" accent1="accent1" accent2="accent2" accent3="accent3" accent4="accent4" accent5="accent5" accent6="accent6" hlink="hlink" folHlink="folHlink"/>
    </a:extraClrScheme>
    <a:extraClrScheme>
      <a:clrScheme name="Fireball 2">
        <a:dk1>
          <a:srgbClr val="000000"/>
        </a:dk1>
        <a:lt1>
          <a:srgbClr val="FFFFFF"/>
        </a:lt1>
        <a:dk2>
          <a:srgbClr val="FF9900"/>
        </a:dk2>
        <a:lt2>
          <a:srgbClr val="5F5F5F"/>
        </a:lt2>
        <a:accent1>
          <a:srgbClr val="FF9933"/>
        </a:accent1>
        <a:accent2>
          <a:srgbClr val="CC0066"/>
        </a:accent2>
        <a:accent3>
          <a:srgbClr val="FFFFFF"/>
        </a:accent3>
        <a:accent4>
          <a:srgbClr val="000000"/>
        </a:accent4>
        <a:accent5>
          <a:srgbClr val="FFCAAD"/>
        </a:accent5>
        <a:accent6>
          <a:srgbClr val="B9005C"/>
        </a:accent6>
        <a:hlink>
          <a:srgbClr val="CC00CC"/>
        </a:hlink>
        <a:folHlink>
          <a:srgbClr val="990099"/>
        </a:folHlink>
      </a:clrScheme>
      <a:clrMap bg1="lt1" tx1="dk1" bg2="lt2" tx2="dk2" accent1="accent1" accent2="accent2" accent3="accent3" accent4="accent4" accent5="accent5" accent6="accent6" hlink="hlink" folHlink="folHlink"/>
    </a:extraClrScheme>
    <a:extraClrScheme>
      <a:clrScheme name="Firebal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E:\Program Files\Microsoft Office\Templates\Presentation Designs\Fireball.pot</Template>
  <TotalTime>9612</TotalTime>
  <Words>2438</Words>
  <Application>Microsoft Office PowerPoint</Application>
  <PresentationFormat>On-screen Show (4:3)</PresentationFormat>
  <Paragraphs>197</Paragraphs>
  <Slides>31</Slides>
  <Notes>30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3</vt:i4>
      </vt:variant>
      <vt:variant>
        <vt:lpstr>Slide Titles</vt:lpstr>
      </vt:variant>
      <vt:variant>
        <vt:i4>31</vt:i4>
      </vt:variant>
    </vt:vector>
  </HeadingPairs>
  <TitlesOfParts>
    <vt:vector size="38" baseType="lpstr">
      <vt:lpstr>Arial</vt:lpstr>
      <vt:lpstr>New York</vt:lpstr>
      <vt:lpstr>Times New Roman</vt:lpstr>
      <vt:lpstr>Fireball</vt:lpstr>
      <vt:lpstr>VISIO</vt:lpstr>
      <vt:lpstr>Equation</vt:lpstr>
      <vt:lpstr>MathType 7.0 Equation</vt:lpstr>
      <vt:lpstr>ECE 3364  Circuits and Systems</vt:lpstr>
      <vt:lpstr>Overview of Lecture Set  Mutual Inductance</vt:lpstr>
      <vt:lpstr>Copyright Notice</vt:lpstr>
      <vt:lpstr>Inductor Review</vt:lpstr>
      <vt:lpstr>Inductors – Definition and Units</vt:lpstr>
      <vt:lpstr>Schematic Symbol for Inductors</vt:lpstr>
      <vt:lpstr>Inductor Polarities</vt:lpstr>
      <vt:lpstr>Passive and Active  Sign Relationship for Inductors</vt:lpstr>
      <vt:lpstr>Defining Equation, Integral Form, Derivation</vt:lpstr>
      <vt:lpstr>Defining Equations for Inductors</vt:lpstr>
      <vt:lpstr>Note 1</vt:lpstr>
      <vt:lpstr>Note 2</vt:lpstr>
      <vt:lpstr>Note 3</vt:lpstr>
      <vt:lpstr>Energy in Inductors, Derivation</vt:lpstr>
      <vt:lpstr>Energy in Inductors, Formula</vt:lpstr>
      <vt:lpstr>Mutual Inductance</vt:lpstr>
      <vt:lpstr>Mutual Inductance </vt:lpstr>
      <vt:lpstr>Mutual Inductance </vt:lpstr>
      <vt:lpstr>Mutual Inductance </vt:lpstr>
      <vt:lpstr>Mutual Inductance </vt:lpstr>
      <vt:lpstr>Mutual Inductance </vt:lpstr>
      <vt:lpstr>Polarity of Mutually Induced Voltages (The Dot Convention) </vt:lpstr>
      <vt:lpstr>The Dot Convention </vt:lpstr>
      <vt:lpstr>Dot Convention</vt:lpstr>
      <vt:lpstr>Writing KVL with the Dot Convention</vt:lpstr>
      <vt:lpstr>Writing KVL with the Dot Convention</vt:lpstr>
      <vt:lpstr>Example Problem</vt:lpstr>
      <vt:lpstr>Total Energy Stored in Coupled Coils</vt:lpstr>
      <vt:lpstr>Total Energy Stored in Coupled Coils</vt:lpstr>
      <vt:lpstr>Total Energy Stored in Coupled Coils</vt:lpstr>
      <vt:lpstr>So what is the point of all this?</vt:lpstr>
    </vt:vector>
  </TitlesOfParts>
  <Company>UH ECE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ECE3364 lecture Set 3</dc:title>
  <dc:subject>Transformers</dc:subject>
  <dc:creator>Dave Shattuck</dc:creator>
  <cp:lastModifiedBy>Shattuck, David P</cp:lastModifiedBy>
  <cp:revision>303</cp:revision>
  <cp:lastPrinted>1999-08-25T18:07:04Z</cp:lastPrinted>
  <dcterms:created xsi:type="dcterms:W3CDTF">1999-08-24T13:57:19Z</dcterms:created>
  <dcterms:modified xsi:type="dcterms:W3CDTF">2025-10-21T16:27:32Z</dcterms:modified>
</cp:coreProperties>
</file>